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3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2" r:id="rId5"/>
    <p:sldMasterId id="2147483727" r:id="rId6"/>
    <p:sldMasterId id="2147483734" r:id="rId7"/>
  </p:sldMasterIdLst>
  <p:notesMasterIdLst>
    <p:notesMasterId r:id="rId23"/>
  </p:notesMasterIdLst>
  <p:sldIdLst>
    <p:sldId id="5217" r:id="rId8"/>
    <p:sldId id="2145707177" r:id="rId9"/>
    <p:sldId id="2145707181" r:id="rId10"/>
    <p:sldId id="2145707193" r:id="rId11"/>
    <p:sldId id="2145707194" r:id="rId12"/>
    <p:sldId id="2145707183" r:id="rId13"/>
    <p:sldId id="2145707186" r:id="rId14"/>
    <p:sldId id="2145707190" r:id="rId15"/>
    <p:sldId id="2145707197" r:id="rId16"/>
    <p:sldId id="2145707189" r:id="rId17"/>
    <p:sldId id="2145707198" r:id="rId18"/>
    <p:sldId id="2145707199" r:id="rId19"/>
    <p:sldId id="2145707201" r:id="rId20"/>
    <p:sldId id="2145707202" r:id="rId21"/>
    <p:sldId id="289" r:id="rId2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82D7E9D-FF60-B258-9E85-0A744733472C}" name="Daniel Eduardo Castaño Oliveros" initials="DECO" userId="S::decastan@ccc.org.co::8c172cb2-ee2a-4f92-836e-344ac29e8fe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28B6"/>
    <a:srgbClr val="008F00"/>
    <a:srgbClr val="FF207B"/>
    <a:srgbClr val="2C398E"/>
    <a:srgbClr val="A0A0A0"/>
    <a:srgbClr val="FFC000"/>
    <a:srgbClr val="7863A9"/>
    <a:srgbClr val="009BDA"/>
    <a:srgbClr val="1A9FA6"/>
    <a:srgbClr val="09E8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D5C28F-311A-4664-BFF2-941DCC4087FD}" v="118" dt="2025-01-02T16:54:25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337" autoAdjust="0"/>
  </p:normalViewPr>
  <p:slideViewPr>
    <p:cSldViewPr snapToGrid="0">
      <p:cViewPr varScale="1">
        <p:scale>
          <a:sx n="81" d="100"/>
          <a:sy n="81" d="100"/>
        </p:scale>
        <p:origin x="114" y="5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eria Suarez Mendoza" userId="9ba403d0-db7a-48d7-bddb-27717b870a9e" providerId="ADAL" clId="{307B6E4E-B2F7-47B7-B14E-9BE5E25326EF}"/>
    <pc:docChg chg="modSld">
      <pc:chgData name="Valeria Suarez Mendoza" userId="9ba403d0-db7a-48d7-bddb-27717b870a9e" providerId="ADAL" clId="{307B6E4E-B2F7-47B7-B14E-9BE5E25326EF}" dt="2023-11-01T21:10:51.540" v="125" actId="27918"/>
      <pc:docMkLst>
        <pc:docMk/>
      </pc:docMkLst>
      <pc:sldChg chg="modSp mod">
        <pc:chgData name="Valeria Suarez Mendoza" userId="9ba403d0-db7a-48d7-bddb-27717b870a9e" providerId="ADAL" clId="{307B6E4E-B2F7-47B7-B14E-9BE5E25326EF}" dt="2023-11-01T21:10:51.540" v="125" actId="27918"/>
        <pc:sldMkLst>
          <pc:docMk/>
          <pc:sldMk cId="3727021358" sldId="5153"/>
        </pc:sldMkLst>
      </pc:sldChg>
      <pc:sldChg chg="modSp mod">
        <pc:chgData name="Valeria Suarez Mendoza" userId="9ba403d0-db7a-48d7-bddb-27717b870a9e" providerId="ADAL" clId="{307B6E4E-B2F7-47B7-B14E-9BE5E25326EF}" dt="2023-10-13T15:43:21.158" v="59" actId="20577"/>
        <pc:sldMkLst>
          <pc:docMk/>
          <pc:sldMk cId="1610881191" sldId="5154"/>
        </pc:sldMkLst>
      </pc:sldChg>
      <pc:sldChg chg="modSp mod">
        <pc:chgData name="Valeria Suarez Mendoza" userId="9ba403d0-db7a-48d7-bddb-27717b870a9e" providerId="ADAL" clId="{307B6E4E-B2F7-47B7-B14E-9BE5E25326EF}" dt="2023-10-13T15:55:42.277" v="119" actId="20577"/>
        <pc:sldMkLst>
          <pc:docMk/>
          <pc:sldMk cId="2142911779" sldId="5155"/>
        </pc:sldMkLst>
      </pc:sldChg>
    </pc:docChg>
  </pc:docChgLst>
  <pc:docChgLst>
    <pc:chgData name="Daniel Eduardo Castaño Oliveros" userId="8c172cb2-ee2a-4f92-836e-344ac29e8fe6" providerId="ADAL" clId="{E4D6F7F8-8CFA-4FDB-AEF4-35C6DB512A99}"/>
    <pc:docChg chg="modSld">
      <pc:chgData name="Daniel Eduardo Castaño Oliveros" userId="8c172cb2-ee2a-4f92-836e-344ac29e8fe6" providerId="ADAL" clId="{E4D6F7F8-8CFA-4FDB-AEF4-35C6DB512A99}" dt="2024-01-02T15:32:24.817" v="128" actId="20577"/>
      <pc:docMkLst>
        <pc:docMk/>
      </pc:docMkLst>
      <pc:sldChg chg="modSp mod">
        <pc:chgData name="Daniel Eduardo Castaño Oliveros" userId="8c172cb2-ee2a-4f92-836e-344ac29e8fe6" providerId="ADAL" clId="{E4D6F7F8-8CFA-4FDB-AEF4-35C6DB512A99}" dt="2024-01-02T15:31:41.899" v="101" actId="1076"/>
        <pc:sldMkLst>
          <pc:docMk/>
          <pc:sldMk cId="3727021358" sldId="5153"/>
        </pc:sldMkLst>
      </pc:sldChg>
      <pc:sldChg chg="modSp mod">
        <pc:chgData name="Daniel Eduardo Castaño Oliveros" userId="8c172cb2-ee2a-4f92-836e-344ac29e8fe6" providerId="ADAL" clId="{E4D6F7F8-8CFA-4FDB-AEF4-35C6DB512A99}" dt="2024-01-02T15:32:00.108" v="103" actId="1076"/>
        <pc:sldMkLst>
          <pc:docMk/>
          <pc:sldMk cId="1610881191" sldId="5154"/>
        </pc:sldMkLst>
      </pc:sldChg>
      <pc:sldChg chg="modSp mod">
        <pc:chgData name="Daniel Eduardo Castaño Oliveros" userId="8c172cb2-ee2a-4f92-836e-344ac29e8fe6" providerId="ADAL" clId="{E4D6F7F8-8CFA-4FDB-AEF4-35C6DB512A99}" dt="2024-01-02T15:32:24.817" v="128" actId="20577"/>
        <pc:sldMkLst>
          <pc:docMk/>
          <pc:sldMk cId="2142911779" sldId="5155"/>
        </pc:sldMkLst>
      </pc:sldChg>
      <pc:sldChg chg="modSp mod">
        <pc:chgData name="Daniel Eduardo Castaño Oliveros" userId="8c172cb2-ee2a-4f92-836e-344ac29e8fe6" providerId="ADAL" clId="{E4D6F7F8-8CFA-4FDB-AEF4-35C6DB512A99}" dt="2024-01-02T14:49:05.197" v="16" actId="20577"/>
        <pc:sldMkLst>
          <pc:docMk/>
          <pc:sldMk cId="3590616394" sldId="5157"/>
        </pc:sldMkLst>
      </pc:sldChg>
    </pc:docChg>
  </pc:docChgLst>
  <pc:docChgLst>
    <pc:chgData name="Juan José Eraso Toro" userId="7a0b25c4-972d-4e84-a6cd-523b33a6f88f" providerId="ADAL" clId="{66D5C28F-311A-4664-BFF2-941DCC4087FD}"/>
    <pc:docChg chg="undo redo custSel addSld delSld modSld sldOrd">
      <pc:chgData name="Juan José Eraso Toro" userId="7a0b25c4-972d-4e84-a6cd-523b33a6f88f" providerId="ADAL" clId="{66D5C28F-311A-4664-BFF2-941DCC4087FD}" dt="2025-01-02T16:56:32.116" v="6948" actId="255"/>
      <pc:docMkLst>
        <pc:docMk/>
      </pc:docMkLst>
      <pc:sldChg chg="modSp mod">
        <pc:chgData name="Juan José Eraso Toro" userId="7a0b25c4-972d-4e84-a6cd-523b33a6f88f" providerId="ADAL" clId="{66D5C28F-311A-4664-BFF2-941DCC4087FD}" dt="2024-12-19T15:25:17.674" v="26" actId="20577"/>
        <pc:sldMkLst>
          <pc:docMk/>
          <pc:sldMk cId="2884895743" sldId="5217"/>
        </pc:sldMkLst>
        <pc:spChg chg="mod">
          <ac:chgData name="Juan José Eraso Toro" userId="7a0b25c4-972d-4e84-a6cd-523b33a6f88f" providerId="ADAL" clId="{66D5C28F-311A-4664-BFF2-941DCC4087FD}" dt="2024-12-19T15:25:08.394" v="17" actId="14100"/>
          <ac:spMkLst>
            <pc:docMk/>
            <pc:sldMk cId="2884895743" sldId="5217"/>
            <ac:spMk id="6" creationId="{08E80848-E392-1834-3897-8D50977F5E6A}"/>
          </ac:spMkLst>
        </pc:spChg>
        <pc:spChg chg="mod">
          <ac:chgData name="Juan José Eraso Toro" userId="7a0b25c4-972d-4e84-a6cd-523b33a6f88f" providerId="ADAL" clId="{66D5C28F-311A-4664-BFF2-941DCC4087FD}" dt="2024-12-19T15:25:17.674" v="26" actId="20577"/>
          <ac:spMkLst>
            <pc:docMk/>
            <pc:sldMk cId="2884895743" sldId="5217"/>
            <ac:spMk id="7" creationId="{ECA9A22A-18AD-DB06-9AF1-CBD028EFEB1E}"/>
          </ac:spMkLst>
        </pc:spChg>
      </pc:sldChg>
      <pc:sldChg chg="modSp mod">
        <pc:chgData name="Juan José Eraso Toro" userId="7a0b25c4-972d-4e84-a6cd-523b33a6f88f" providerId="ADAL" clId="{66D5C28F-311A-4664-BFF2-941DCC4087FD}" dt="2025-01-02T16:56:32.116" v="6948" actId="255"/>
        <pc:sldMkLst>
          <pc:docMk/>
          <pc:sldMk cId="2799155186" sldId="2145707177"/>
        </pc:sldMkLst>
        <pc:spChg chg="mod">
          <ac:chgData name="Juan José Eraso Toro" userId="7a0b25c4-972d-4e84-a6cd-523b33a6f88f" providerId="ADAL" clId="{66D5C28F-311A-4664-BFF2-941DCC4087FD}" dt="2025-01-02T16:56:32.116" v="6948" actId="255"/>
          <ac:spMkLst>
            <pc:docMk/>
            <pc:sldMk cId="2799155186" sldId="2145707177"/>
            <ac:spMk id="11" creationId="{3E2127BD-4D00-88B3-4E5D-7EE64AE9F3D3}"/>
          </ac:spMkLst>
        </pc:spChg>
      </pc:sldChg>
      <pc:sldChg chg="addSp modSp mod">
        <pc:chgData name="Juan José Eraso Toro" userId="7a0b25c4-972d-4e84-a6cd-523b33a6f88f" providerId="ADAL" clId="{66D5C28F-311A-4664-BFF2-941DCC4087FD}" dt="2025-01-02T16:55:44.046" v="6930" actId="1036"/>
        <pc:sldMkLst>
          <pc:docMk/>
          <pc:sldMk cId="3550567662" sldId="2145707181"/>
        </pc:sldMkLst>
        <pc:spChg chg="mod">
          <ac:chgData name="Juan José Eraso Toro" userId="7a0b25c4-972d-4e84-a6cd-523b33a6f88f" providerId="ADAL" clId="{66D5C28F-311A-4664-BFF2-941DCC4087FD}" dt="2025-01-02T16:55:29.032" v="6920" actId="255"/>
          <ac:spMkLst>
            <pc:docMk/>
            <pc:sldMk cId="3550567662" sldId="2145707181"/>
            <ac:spMk id="2" creationId="{EF1DE54F-8835-AEB0-1121-42D1674C3E3E}"/>
          </ac:spMkLst>
        </pc:spChg>
        <pc:spChg chg="mod">
          <ac:chgData name="Juan José Eraso Toro" userId="7a0b25c4-972d-4e84-a6cd-523b33a6f88f" providerId="ADAL" clId="{66D5C28F-311A-4664-BFF2-941DCC4087FD}" dt="2025-01-02T16:55:44.046" v="6930" actId="1036"/>
          <ac:spMkLst>
            <pc:docMk/>
            <pc:sldMk cId="3550567662" sldId="2145707181"/>
            <ac:spMk id="4" creationId="{6BD704C7-E042-79A2-9AC5-450663554345}"/>
          </ac:spMkLst>
        </pc:spChg>
        <pc:spChg chg="mod">
          <ac:chgData name="Juan José Eraso Toro" userId="7a0b25c4-972d-4e84-a6cd-523b33a6f88f" providerId="ADAL" clId="{66D5C28F-311A-4664-BFF2-941DCC4087FD}" dt="2025-01-02T16:55:44.046" v="6930" actId="1036"/>
          <ac:spMkLst>
            <pc:docMk/>
            <pc:sldMk cId="3550567662" sldId="2145707181"/>
            <ac:spMk id="5" creationId="{EDD5C93D-FEA5-478F-0193-0129FB5A3892}"/>
          </ac:spMkLst>
        </pc:spChg>
        <pc:spChg chg="mod">
          <ac:chgData name="Juan José Eraso Toro" userId="7a0b25c4-972d-4e84-a6cd-523b33a6f88f" providerId="ADAL" clId="{66D5C28F-311A-4664-BFF2-941DCC4087FD}" dt="2024-12-19T15:41:59.644" v="261" actId="20577"/>
          <ac:spMkLst>
            <pc:docMk/>
            <pc:sldMk cId="3550567662" sldId="2145707181"/>
            <ac:spMk id="6" creationId="{ACA8CD9A-E8B0-F492-850F-A073217DF6BF}"/>
          </ac:spMkLst>
        </pc:spChg>
        <pc:spChg chg="mod">
          <ac:chgData name="Juan José Eraso Toro" userId="7a0b25c4-972d-4e84-a6cd-523b33a6f88f" providerId="ADAL" clId="{66D5C28F-311A-4664-BFF2-941DCC4087FD}" dt="2025-01-02T16:55:44.046" v="6930" actId="1036"/>
          <ac:spMkLst>
            <pc:docMk/>
            <pc:sldMk cId="3550567662" sldId="2145707181"/>
            <ac:spMk id="9" creationId="{872EC132-BFB4-47A9-11F8-522191061634}"/>
          </ac:spMkLst>
        </pc:spChg>
        <pc:grpChg chg="mod">
          <ac:chgData name="Juan José Eraso Toro" userId="7a0b25c4-972d-4e84-a6cd-523b33a6f88f" providerId="ADAL" clId="{66D5C28F-311A-4664-BFF2-941DCC4087FD}" dt="2025-01-02T16:55:44.046" v="6930" actId="1036"/>
          <ac:grpSpMkLst>
            <pc:docMk/>
            <pc:sldMk cId="3550567662" sldId="2145707181"/>
            <ac:grpSpMk id="8" creationId="{496D45BC-8CFC-EC86-0C07-D09AE681F7EF}"/>
          </ac:grpSpMkLst>
        </pc:grpChg>
        <pc:picChg chg="add mod">
          <ac:chgData name="Juan José Eraso Toro" userId="7a0b25c4-972d-4e84-a6cd-523b33a6f88f" providerId="ADAL" clId="{66D5C28F-311A-4664-BFF2-941DCC4087FD}" dt="2024-12-19T15:49:28.858" v="401" actId="1036"/>
          <ac:picMkLst>
            <pc:docMk/>
            <pc:sldMk cId="3550567662" sldId="2145707181"/>
            <ac:picMk id="3" creationId="{F5E57D48-4914-2D32-926D-DD8DAA7E3F1B}"/>
          </ac:picMkLst>
        </pc:picChg>
        <pc:picChg chg="mod">
          <ac:chgData name="Juan José Eraso Toro" userId="7a0b25c4-972d-4e84-a6cd-523b33a6f88f" providerId="ADAL" clId="{66D5C28F-311A-4664-BFF2-941DCC4087FD}" dt="2024-12-19T15:47:37.034" v="374" actId="1076"/>
          <ac:picMkLst>
            <pc:docMk/>
            <pc:sldMk cId="3550567662" sldId="2145707181"/>
            <ac:picMk id="1028" creationId="{E9E96848-E28B-CCDE-F341-0F0558DFF9EE}"/>
          </ac:picMkLst>
        </pc:picChg>
      </pc:sldChg>
      <pc:sldChg chg="del">
        <pc:chgData name="Juan José Eraso Toro" userId="7a0b25c4-972d-4e84-a6cd-523b33a6f88f" providerId="ADAL" clId="{66D5C28F-311A-4664-BFF2-941DCC4087FD}" dt="2024-12-19T16:12:36.388" v="536" actId="2696"/>
        <pc:sldMkLst>
          <pc:docMk/>
          <pc:sldMk cId="183274463" sldId="2145707182"/>
        </pc:sldMkLst>
      </pc:sldChg>
      <pc:sldChg chg="addSp modSp mod ord">
        <pc:chgData name="Juan José Eraso Toro" userId="7a0b25c4-972d-4e84-a6cd-523b33a6f88f" providerId="ADAL" clId="{66D5C28F-311A-4664-BFF2-941DCC4087FD}" dt="2025-01-02T16:54:48.275" v="6907" actId="207"/>
        <pc:sldMkLst>
          <pc:docMk/>
          <pc:sldMk cId="3562345687" sldId="2145707183"/>
        </pc:sldMkLst>
        <pc:spChg chg="mod">
          <ac:chgData name="Juan José Eraso Toro" userId="7a0b25c4-972d-4e84-a6cd-523b33a6f88f" providerId="ADAL" clId="{66D5C28F-311A-4664-BFF2-941DCC4087FD}" dt="2024-12-23T16:23:40.402" v="3020" actId="255"/>
          <ac:spMkLst>
            <pc:docMk/>
            <pc:sldMk cId="3562345687" sldId="2145707183"/>
            <ac:spMk id="2" creationId="{AF1591EB-C5BC-0604-124A-04D986C9BE54}"/>
          </ac:spMkLst>
        </pc:spChg>
        <pc:spChg chg="mod">
          <ac:chgData name="Juan José Eraso Toro" userId="7a0b25c4-972d-4e84-a6cd-523b33a6f88f" providerId="ADAL" clId="{66D5C28F-311A-4664-BFF2-941DCC4087FD}" dt="2024-12-19T16:02:48.539" v="535" actId="20577"/>
          <ac:spMkLst>
            <pc:docMk/>
            <pc:sldMk cId="3562345687" sldId="2145707183"/>
            <ac:spMk id="15" creationId="{BE3F65CC-C5F8-D8EA-0E38-5BD35A009B61}"/>
          </ac:spMkLst>
        </pc:spChg>
        <pc:picChg chg="add mod">
          <ac:chgData name="Juan José Eraso Toro" userId="7a0b25c4-972d-4e84-a6cd-523b33a6f88f" providerId="ADAL" clId="{66D5C28F-311A-4664-BFF2-941DCC4087FD}" dt="2025-01-02T16:54:48.275" v="6907" actId="207"/>
          <ac:picMkLst>
            <pc:docMk/>
            <pc:sldMk cId="3562345687" sldId="2145707183"/>
            <ac:picMk id="19" creationId="{E0B3C332-8420-2509-D9CC-28ACE4EC7E03}"/>
          </ac:picMkLst>
        </pc:picChg>
      </pc:sldChg>
      <pc:sldChg chg="modSp mod">
        <pc:chgData name="Juan José Eraso Toro" userId="7a0b25c4-972d-4e84-a6cd-523b33a6f88f" providerId="ADAL" clId="{66D5C28F-311A-4664-BFF2-941DCC4087FD}" dt="2024-12-20T15:05:33.376" v="1494" actId="1076"/>
        <pc:sldMkLst>
          <pc:docMk/>
          <pc:sldMk cId="1213896055" sldId="2145707186"/>
        </pc:sldMkLst>
        <pc:spChg chg="mod">
          <ac:chgData name="Juan José Eraso Toro" userId="7a0b25c4-972d-4e84-a6cd-523b33a6f88f" providerId="ADAL" clId="{66D5C28F-311A-4664-BFF2-941DCC4087FD}" dt="2024-12-20T15:05:33.376" v="1494" actId="1076"/>
          <ac:spMkLst>
            <pc:docMk/>
            <pc:sldMk cId="1213896055" sldId="2145707186"/>
            <ac:spMk id="3" creationId="{11F7DCF0-B0B2-99D8-E450-54BCDF5089FC}"/>
          </ac:spMkLst>
        </pc:spChg>
      </pc:sldChg>
      <pc:sldChg chg="del">
        <pc:chgData name="Juan José Eraso Toro" userId="7a0b25c4-972d-4e84-a6cd-523b33a6f88f" providerId="ADAL" clId="{66D5C28F-311A-4664-BFF2-941DCC4087FD}" dt="2024-12-20T15:06:07.543" v="1497" actId="2696"/>
        <pc:sldMkLst>
          <pc:docMk/>
          <pc:sldMk cId="2297667810" sldId="2145707187"/>
        </pc:sldMkLst>
      </pc:sldChg>
      <pc:sldChg chg="del">
        <pc:chgData name="Juan José Eraso Toro" userId="7a0b25c4-972d-4e84-a6cd-523b33a6f88f" providerId="ADAL" clId="{66D5C28F-311A-4664-BFF2-941DCC4087FD}" dt="2024-12-23T16:38:53.050" v="3101" actId="2696"/>
        <pc:sldMkLst>
          <pc:docMk/>
          <pc:sldMk cId="4132569188" sldId="2145707188"/>
        </pc:sldMkLst>
      </pc:sldChg>
      <pc:sldChg chg="addSp delSp modSp mod">
        <pc:chgData name="Juan José Eraso Toro" userId="7a0b25c4-972d-4e84-a6cd-523b33a6f88f" providerId="ADAL" clId="{66D5C28F-311A-4664-BFF2-941DCC4087FD}" dt="2025-01-02T16:48:38.370" v="6849" actId="207"/>
        <pc:sldMkLst>
          <pc:docMk/>
          <pc:sldMk cId="2129853032" sldId="2145707189"/>
        </pc:sldMkLst>
        <pc:spChg chg="mod">
          <ac:chgData name="Juan José Eraso Toro" userId="7a0b25c4-972d-4e84-a6cd-523b33a6f88f" providerId="ADAL" clId="{66D5C28F-311A-4664-BFF2-941DCC4087FD}" dt="2024-12-23T16:23:30.025" v="3019" actId="255"/>
          <ac:spMkLst>
            <pc:docMk/>
            <pc:sldMk cId="2129853032" sldId="2145707189"/>
            <ac:spMk id="2" creationId="{75A33BB8-D63A-A7E7-638F-BD075485725F}"/>
          </ac:spMkLst>
        </pc:spChg>
        <pc:spChg chg="del">
          <ac:chgData name="Juan José Eraso Toro" userId="7a0b25c4-972d-4e84-a6cd-523b33a6f88f" providerId="ADAL" clId="{66D5C28F-311A-4664-BFF2-941DCC4087FD}" dt="2025-01-02T15:40:59.784" v="5897" actId="478"/>
          <ac:spMkLst>
            <pc:docMk/>
            <pc:sldMk cId="2129853032" sldId="2145707189"/>
            <ac:spMk id="5" creationId="{57AEC2C6-6C24-D695-DD37-827C66642918}"/>
          </ac:spMkLst>
        </pc:spChg>
        <pc:spChg chg="add mod">
          <ac:chgData name="Juan José Eraso Toro" userId="7a0b25c4-972d-4e84-a6cd-523b33a6f88f" providerId="ADAL" clId="{66D5C28F-311A-4664-BFF2-941DCC4087FD}" dt="2024-12-23T13:57:26.874" v="2361" actId="164"/>
          <ac:spMkLst>
            <pc:docMk/>
            <pc:sldMk cId="2129853032" sldId="2145707189"/>
            <ac:spMk id="6" creationId="{434A9EF1-5A44-F1E9-F089-95FA47C93470}"/>
          </ac:spMkLst>
        </pc:spChg>
        <pc:spChg chg="add mod">
          <ac:chgData name="Juan José Eraso Toro" userId="7a0b25c4-972d-4e84-a6cd-523b33a6f88f" providerId="ADAL" clId="{66D5C28F-311A-4664-BFF2-941DCC4087FD}" dt="2024-12-23T13:57:26.874" v="2361" actId="164"/>
          <ac:spMkLst>
            <pc:docMk/>
            <pc:sldMk cId="2129853032" sldId="2145707189"/>
            <ac:spMk id="7" creationId="{1FD179CF-CA9C-2EBF-FC36-E2EE1E82A3A5}"/>
          </ac:spMkLst>
        </pc:spChg>
        <pc:spChg chg="mod">
          <ac:chgData name="Juan José Eraso Toro" userId="7a0b25c4-972d-4e84-a6cd-523b33a6f88f" providerId="ADAL" clId="{66D5C28F-311A-4664-BFF2-941DCC4087FD}" dt="2024-12-23T13:58:20.698" v="2366"/>
          <ac:spMkLst>
            <pc:docMk/>
            <pc:sldMk cId="2129853032" sldId="2145707189"/>
            <ac:spMk id="12" creationId="{D79343E3-44D3-FB21-A720-5B22B2347ACD}"/>
          </ac:spMkLst>
        </pc:spChg>
        <pc:spChg chg="mod">
          <ac:chgData name="Juan José Eraso Toro" userId="7a0b25c4-972d-4e84-a6cd-523b33a6f88f" providerId="ADAL" clId="{66D5C28F-311A-4664-BFF2-941DCC4087FD}" dt="2024-12-23T13:58:50.587" v="2415" actId="313"/>
          <ac:spMkLst>
            <pc:docMk/>
            <pc:sldMk cId="2129853032" sldId="2145707189"/>
            <ac:spMk id="13" creationId="{15383BA3-D0AD-5B36-3713-3892576196A5}"/>
          </ac:spMkLst>
        </pc:spChg>
        <pc:spChg chg="mod topLvl">
          <ac:chgData name="Juan José Eraso Toro" userId="7a0b25c4-972d-4e84-a6cd-523b33a6f88f" providerId="ADAL" clId="{66D5C28F-311A-4664-BFF2-941DCC4087FD}" dt="2024-12-23T14:07:58.611" v="2543" actId="164"/>
          <ac:spMkLst>
            <pc:docMk/>
            <pc:sldMk cId="2129853032" sldId="2145707189"/>
            <ac:spMk id="15" creationId="{0CAC3CBF-43D1-FBD0-FE76-798861E9FBB2}"/>
          </ac:spMkLst>
        </pc:spChg>
        <pc:spChg chg="mod topLvl">
          <ac:chgData name="Juan José Eraso Toro" userId="7a0b25c4-972d-4e84-a6cd-523b33a6f88f" providerId="ADAL" clId="{66D5C28F-311A-4664-BFF2-941DCC4087FD}" dt="2024-12-23T14:07:58.611" v="2543" actId="164"/>
          <ac:spMkLst>
            <pc:docMk/>
            <pc:sldMk cId="2129853032" sldId="2145707189"/>
            <ac:spMk id="16" creationId="{A362C3B5-ED38-95A9-0DF1-A068690A7904}"/>
          </ac:spMkLst>
        </pc:spChg>
        <pc:spChg chg="mod">
          <ac:chgData name="Juan José Eraso Toro" userId="7a0b25c4-972d-4e84-a6cd-523b33a6f88f" providerId="ADAL" clId="{66D5C28F-311A-4664-BFF2-941DCC4087FD}" dt="2024-12-23T14:38:46.443" v="2553"/>
          <ac:spMkLst>
            <pc:docMk/>
            <pc:sldMk cId="2129853032" sldId="2145707189"/>
            <ac:spMk id="23" creationId="{B677D3D7-2F03-513F-83C0-695C548318CA}"/>
          </ac:spMkLst>
        </pc:spChg>
        <pc:spChg chg="mod">
          <ac:chgData name="Juan José Eraso Toro" userId="7a0b25c4-972d-4e84-a6cd-523b33a6f88f" providerId="ADAL" clId="{66D5C28F-311A-4664-BFF2-941DCC4087FD}" dt="2024-12-23T15:26:52.781" v="2628" actId="20577"/>
          <ac:spMkLst>
            <pc:docMk/>
            <pc:sldMk cId="2129853032" sldId="2145707189"/>
            <ac:spMk id="25" creationId="{219154BE-178F-BB1D-0C33-6599294F1DED}"/>
          </ac:spMkLst>
        </pc:spChg>
        <pc:grpChg chg="add mod">
          <ac:chgData name="Juan José Eraso Toro" userId="7a0b25c4-972d-4e84-a6cd-523b33a6f88f" providerId="ADAL" clId="{66D5C28F-311A-4664-BFF2-941DCC4087FD}" dt="2024-12-23T13:57:34.203" v="2362" actId="1076"/>
          <ac:grpSpMkLst>
            <pc:docMk/>
            <pc:sldMk cId="2129853032" sldId="2145707189"/>
            <ac:grpSpMk id="8" creationId="{52BD7B7D-6768-B7FC-A553-B5F276BA87B6}"/>
          </ac:grpSpMkLst>
        </pc:grpChg>
        <pc:grpChg chg="add mod">
          <ac:chgData name="Juan José Eraso Toro" userId="7a0b25c4-972d-4e84-a6cd-523b33a6f88f" providerId="ADAL" clId="{66D5C28F-311A-4664-BFF2-941DCC4087FD}" dt="2024-12-23T13:58:27.204" v="2367" actId="1076"/>
          <ac:grpSpMkLst>
            <pc:docMk/>
            <pc:sldMk cId="2129853032" sldId="2145707189"/>
            <ac:grpSpMk id="11" creationId="{014636AD-1A55-0932-A272-AB462CFF1227}"/>
          </ac:grpSpMkLst>
        </pc:grpChg>
        <pc:grpChg chg="add mod">
          <ac:chgData name="Juan José Eraso Toro" userId="7a0b25c4-972d-4e84-a6cd-523b33a6f88f" providerId="ADAL" clId="{66D5C28F-311A-4664-BFF2-941DCC4087FD}" dt="2024-12-23T14:08:01.353" v="2544" actId="1076"/>
          <ac:grpSpMkLst>
            <pc:docMk/>
            <pc:sldMk cId="2129853032" sldId="2145707189"/>
            <ac:grpSpMk id="17" creationId="{43E33CD5-87DC-0BC2-18BA-87FA738A07AE}"/>
          </ac:grpSpMkLst>
        </pc:grpChg>
        <pc:grpChg chg="add mod">
          <ac:chgData name="Juan José Eraso Toro" userId="7a0b25c4-972d-4e84-a6cd-523b33a6f88f" providerId="ADAL" clId="{66D5C28F-311A-4664-BFF2-941DCC4087FD}" dt="2024-12-23T14:09:42.302" v="2551" actId="1076"/>
          <ac:grpSpMkLst>
            <pc:docMk/>
            <pc:sldMk cId="2129853032" sldId="2145707189"/>
            <ac:grpSpMk id="20" creationId="{0836BB24-D8B6-724A-F6A7-1196F1C4C717}"/>
          </ac:grpSpMkLst>
        </pc:grpChg>
        <pc:grpChg chg="add mod">
          <ac:chgData name="Juan José Eraso Toro" userId="7a0b25c4-972d-4e84-a6cd-523b33a6f88f" providerId="ADAL" clId="{66D5C28F-311A-4664-BFF2-941DCC4087FD}" dt="2024-12-23T14:38:52.239" v="2554" actId="1076"/>
          <ac:grpSpMkLst>
            <pc:docMk/>
            <pc:sldMk cId="2129853032" sldId="2145707189"/>
            <ac:grpSpMk id="21" creationId="{D5D327EE-5B68-22C8-9F1F-5ECC1F4713BF}"/>
          </ac:grpSpMkLst>
        </pc:grpChg>
        <pc:picChg chg="del">
          <ac:chgData name="Juan José Eraso Toro" userId="7a0b25c4-972d-4e84-a6cd-523b33a6f88f" providerId="ADAL" clId="{66D5C28F-311A-4664-BFF2-941DCC4087FD}" dt="2025-01-02T15:40:57.094" v="5896" actId="478"/>
          <ac:picMkLst>
            <pc:docMk/>
            <pc:sldMk cId="2129853032" sldId="2145707189"/>
            <ac:picMk id="3" creationId="{FE5C98D0-A039-E41A-1B14-E8607FB4716B}"/>
          </ac:picMkLst>
        </pc:picChg>
        <pc:picChg chg="add mod">
          <ac:chgData name="Juan José Eraso Toro" userId="7a0b25c4-972d-4e84-a6cd-523b33a6f88f" providerId="ADAL" clId="{66D5C28F-311A-4664-BFF2-941DCC4087FD}" dt="2024-12-23T14:39:16.233" v="2616" actId="1076"/>
          <ac:picMkLst>
            <pc:docMk/>
            <pc:sldMk cId="2129853032" sldId="2145707189"/>
            <ac:picMk id="4" creationId="{AC933649-F583-D10D-8BD6-28FDE0C24E54}"/>
          </ac:picMkLst>
        </pc:picChg>
        <pc:picChg chg="add mod">
          <ac:chgData name="Juan José Eraso Toro" userId="7a0b25c4-972d-4e84-a6cd-523b33a6f88f" providerId="ADAL" clId="{66D5C28F-311A-4664-BFF2-941DCC4087FD}" dt="2025-01-02T16:48:38.370" v="6849" actId="207"/>
          <ac:picMkLst>
            <pc:docMk/>
            <pc:sldMk cId="2129853032" sldId="2145707189"/>
            <ac:picMk id="9" creationId="{ABE0551D-962E-F206-4333-E3C8C714FA0F}"/>
          </ac:picMkLst>
        </pc:picChg>
        <pc:picChg chg="add mod">
          <ac:chgData name="Juan José Eraso Toro" userId="7a0b25c4-972d-4e84-a6cd-523b33a6f88f" providerId="ADAL" clId="{66D5C28F-311A-4664-BFF2-941DCC4087FD}" dt="2024-12-20T21:36:39.742" v="2239" actId="1076"/>
          <ac:picMkLst>
            <pc:docMk/>
            <pc:sldMk cId="2129853032" sldId="2145707189"/>
            <ac:picMk id="10" creationId="{C0FAF2F5-6BDA-21CF-0B32-DCC666301DC5}"/>
          </ac:picMkLst>
        </pc:picChg>
        <pc:picChg chg="add mod">
          <ac:chgData name="Juan José Eraso Toro" userId="7a0b25c4-972d-4e84-a6cd-523b33a6f88f" providerId="ADAL" clId="{66D5C28F-311A-4664-BFF2-941DCC4087FD}" dt="2024-12-23T14:09:37.100" v="2550" actId="164"/>
          <ac:picMkLst>
            <pc:docMk/>
            <pc:sldMk cId="2129853032" sldId="2145707189"/>
            <ac:picMk id="19" creationId="{0B8A9ADD-0057-97D9-FE6E-C91C38068EB4}"/>
          </ac:picMkLst>
        </pc:picChg>
        <pc:picChg chg="add mod modCrop">
          <ac:chgData name="Juan José Eraso Toro" userId="7a0b25c4-972d-4e84-a6cd-523b33a6f88f" providerId="ADAL" clId="{66D5C28F-311A-4664-BFF2-941DCC4087FD}" dt="2024-12-20T21:41:35.312" v="2262" actId="1076"/>
          <ac:picMkLst>
            <pc:docMk/>
            <pc:sldMk cId="2129853032" sldId="2145707189"/>
            <ac:picMk id="22" creationId="{C7E69934-181B-CCCB-0B1E-937004F80690}"/>
          </ac:picMkLst>
        </pc:picChg>
        <pc:picChg chg="add mod">
          <ac:chgData name="Juan José Eraso Toro" userId="7a0b25c4-972d-4e84-a6cd-523b33a6f88f" providerId="ADAL" clId="{66D5C28F-311A-4664-BFF2-941DCC4087FD}" dt="2024-12-23T14:09:37.100" v="2550" actId="164"/>
          <ac:picMkLst>
            <pc:docMk/>
            <pc:sldMk cId="2129853032" sldId="2145707189"/>
            <ac:picMk id="24" creationId="{9EDBC8F8-498A-2913-D4C5-0CE9E51EEC4C}"/>
          </ac:picMkLst>
        </pc:picChg>
      </pc:sldChg>
      <pc:sldChg chg="addSp delSp modSp mod">
        <pc:chgData name="Juan José Eraso Toro" userId="7a0b25c4-972d-4e84-a6cd-523b33a6f88f" providerId="ADAL" clId="{66D5C28F-311A-4664-BFF2-941DCC4087FD}" dt="2025-01-02T16:54:03.935" v="6904" actId="1076"/>
        <pc:sldMkLst>
          <pc:docMk/>
          <pc:sldMk cId="1850731870" sldId="2145707190"/>
        </pc:sldMkLst>
        <pc:spChg chg="mod">
          <ac:chgData name="Juan José Eraso Toro" userId="7a0b25c4-972d-4e84-a6cd-523b33a6f88f" providerId="ADAL" clId="{66D5C28F-311A-4664-BFF2-941DCC4087FD}" dt="2024-12-23T16:20:43.552" v="3017" actId="1036"/>
          <ac:spMkLst>
            <pc:docMk/>
            <pc:sldMk cId="1850731870" sldId="2145707190"/>
            <ac:spMk id="2" creationId="{CF4F14B7-63FD-A290-2978-5716195E1D6F}"/>
          </ac:spMkLst>
        </pc:spChg>
        <pc:spChg chg="mod">
          <ac:chgData name="Juan José Eraso Toro" userId="7a0b25c4-972d-4e84-a6cd-523b33a6f88f" providerId="ADAL" clId="{66D5C28F-311A-4664-BFF2-941DCC4087FD}" dt="2024-12-23T16:20:37.887" v="3008" actId="1036"/>
          <ac:spMkLst>
            <pc:docMk/>
            <pc:sldMk cId="1850731870" sldId="2145707190"/>
            <ac:spMk id="3" creationId="{4EF36A0A-8F52-1433-3C10-A64847111B22}"/>
          </ac:spMkLst>
        </pc:spChg>
        <pc:spChg chg="mod">
          <ac:chgData name="Juan José Eraso Toro" userId="7a0b25c4-972d-4e84-a6cd-523b33a6f88f" providerId="ADAL" clId="{66D5C28F-311A-4664-BFF2-941DCC4087FD}" dt="2024-12-23T16:20:37.887" v="3008" actId="1036"/>
          <ac:spMkLst>
            <pc:docMk/>
            <pc:sldMk cId="1850731870" sldId="2145707190"/>
            <ac:spMk id="5" creationId="{9BE5EE2D-85A2-8779-5F7B-21DBF61A2939}"/>
          </ac:spMkLst>
        </pc:spChg>
        <pc:spChg chg="add mod">
          <ac:chgData name="Juan José Eraso Toro" userId="7a0b25c4-972d-4e84-a6cd-523b33a6f88f" providerId="ADAL" clId="{66D5C28F-311A-4664-BFF2-941DCC4087FD}" dt="2024-12-23T16:20:37.887" v="3008" actId="1036"/>
          <ac:spMkLst>
            <pc:docMk/>
            <pc:sldMk cId="1850731870" sldId="2145707190"/>
            <ac:spMk id="6" creationId="{1DF542E9-A1F6-1B17-7183-31731D44D21E}"/>
          </ac:spMkLst>
        </pc:spChg>
        <pc:spChg chg="add mod">
          <ac:chgData name="Juan José Eraso Toro" userId="7a0b25c4-972d-4e84-a6cd-523b33a6f88f" providerId="ADAL" clId="{66D5C28F-311A-4664-BFF2-941DCC4087FD}" dt="2024-12-23T16:20:37.887" v="3008" actId="1036"/>
          <ac:spMkLst>
            <pc:docMk/>
            <pc:sldMk cId="1850731870" sldId="2145707190"/>
            <ac:spMk id="7" creationId="{A6A204F2-605D-13D9-B27D-F5B3F497000D}"/>
          </ac:spMkLst>
        </pc:spChg>
        <pc:spChg chg="add mod">
          <ac:chgData name="Juan José Eraso Toro" userId="7a0b25c4-972d-4e84-a6cd-523b33a6f88f" providerId="ADAL" clId="{66D5C28F-311A-4664-BFF2-941DCC4087FD}" dt="2024-12-23T16:20:37.887" v="3008" actId="1036"/>
          <ac:spMkLst>
            <pc:docMk/>
            <pc:sldMk cId="1850731870" sldId="2145707190"/>
            <ac:spMk id="8" creationId="{E6AB8855-8D75-10B0-7246-6F4D2CAE8F2E}"/>
          </ac:spMkLst>
        </pc:spChg>
        <pc:spChg chg="add mod">
          <ac:chgData name="Juan José Eraso Toro" userId="7a0b25c4-972d-4e84-a6cd-523b33a6f88f" providerId="ADAL" clId="{66D5C28F-311A-4664-BFF2-941DCC4087FD}" dt="2024-12-20T21:31:28.848" v="2199" actId="313"/>
          <ac:spMkLst>
            <pc:docMk/>
            <pc:sldMk cId="1850731870" sldId="2145707190"/>
            <ac:spMk id="10" creationId="{DE1EFFAB-2EF1-CD8B-A5CE-ACFCD7380B95}"/>
          </ac:spMkLst>
        </pc:spChg>
        <pc:spChg chg="add mod">
          <ac:chgData name="Juan José Eraso Toro" userId="7a0b25c4-972d-4e84-a6cd-523b33a6f88f" providerId="ADAL" clId="{66D5C28F-311A-4664-BFF2-941DCC4087FD}" dt="2024-12-20T18:39:05.276" v="2177" actId="20577"/>
          <ac:spMkLst>
            <pc:docMk/>
            <pc:sldMk cId="1850731870" sldId="2145707190"/>
            <ac:spMk id="14" creationId="{908078C8-BD73-7B39-A90A-74BBCB6DC3D1}"/>
          </ac:spMkLst>
        </pc:spChg>
        <pc:spChg chg="add mod">
          <ac:chgData name="Juan José Eraso Toro" userId="7a0b25c4-972d-4e84-a6cd-523b33a6f88f" providerId="ADAL" clId="{66D5C28F-311A-4664-BFF2-941DCC4087FD}" dt="2024-12-20T19:06:35.904" v="2197" actId="14861"/>
          <ac:spMkLst>
            <pc:docMk/>
            <pc:sldMk cId="1850731870" sldId="2145707190"/>
            <ac:spMk id="15" creationId="{3DDC598C-5DB8-0C93-12F1-DC0FC99AE644}"/>
          </ac:spMkLst>
        </pc:spChg>
        <pc:spChg chg="add mod">
          <ac:chgData name="Juan José Eraso Toro" userId="7a0b25c4-972d-4e84-a6cd-523b33a6f88f" providerId="ADAL" clId="{66D5C28F-311A-4664-BFF2-941DCC4087FD}" dt="2025-01-02T16:54:03.935" v="6904" actId="1076"/>
          <ac:spMkLst>
            <pc:docMk/>
            <pc:sldMk cId="1850731870" sldId="2145707190"/>
            <ac:spMk id="16" creationId="{7EDF58FB-F3FD-9773-7065-CBE23488994C}"/>
          </ac:spMkLst>
        </pc:spChg>
        <pc:picChg chg="mod">
          <ac:chgData name="Juan José Eraso Toro" userId="7a0b25c4-972d-4e84-a6cd-523b33a6f88f" providerId="ADAL" clId="{66D5C28F-311A-4664-BFF2-941DCC4087FD}" dt="2024-12-23T16:20:37.887" v="3008" actId="1036"/>
          <ac:picMkLst>
            <pc:docMk/>
            <pc:sldMk cId="1850731870" sldId="2145707190"/>
            <ac:picMk id="4" creationId="{E7D8D38F-45E9-8030-3BF4-329BD04D0303}"/>
          </ac:picMkLst>
        </pc:picChg>
        <pc:picChg chg="add mod">
          <ac:chgData name="Juan José Eraso Toro" userId="7a0b25c4-972d-4e84-a6cd-523b33a6f88f" providerId="ADAL" clId="{66D5C28F-311A-4664-BFF2-941DCC4087FD}" dt="2024-12-23T16:21:07.750" v="3018" actId="207"/>
          <ac:picMkLst>
            <pc:docMk/>
            <pc:sldMk cId="1850731870" sldId="2145707190"/>
            <ac:picMk id="9" creationId="{1DFB1844-9963-1C16-7F37-3593C8DA8368}"/>
          </ac:picMkLst>
        </pc:picChg>
        <pc:picChg chg="add mod">
          <ac:chgData name="Juan José Eraso Toro" userId="7a0b25c4-972d-4e84-a6cd-523b33a6f88f" providerId="ADAL" clId="{66D5C28F-311A-4664-BFF2-941DCC4087FD}" dt="2025-01-02T16:53:45.295" v="6901"/>
          <ac:picMkLst>
            <pc:docMk/>
            <pc:sldMk cId="1850731870" sldId="2145707190"/>
            <ac:picMk id="11" creationId="{AFEF594B-63BB-3382-783B-5B8C68F002D2}"/>
          </ac:picMkLst>
        </pc:picChg>
        <pc:picChg chg="add mod">
          <ac:chgData name="Juan José Eraso Toro" userId="7a0b25c4-972d-4e84-a6cd-523b33a6f88f" providerId="ADAL" clId="{66D5C28F-311A-4664-BFF2-941DCC4087FD}" dt="2024-12-20T18:38:08.302" v="2041" actId="1076"/>
          <ac:picMkLst>
            <pc:docMk/>
            <pc:sldMk cId="1850731870" sldId="2145707190"/>
            <ac:picMk id="13" creationId="{D634631A-E414-7A88-DE9B-E5BAAA2449A4}"/>
          </ac:picMkLst>
        </pc:picChg>
      </pc:sldChg>
      <pc:sldChg chg="addSp delSp modSp mod">
        <pc:chgData name="Juan José Eraso Toro" userId="7a0b25c4-972d-4e84-a6cd-523b33a6f88f" providerId="ADAL" clId="{66D5C28F-311A-4664-BFF2-941DCC4087FD}" dt="2025-01-02T16:55:15.609" v="6919" actId="1036"/>
        <pc:sldMkLst>
          <pc:docMk/>
          <pc:sldMk cId="2094726678" sldId="2145707193"/>
        </pc:sldMkLst>
        <pc:spChg chg="mod">
          <ac:chgData name="Juan José Eraso Toro" userId="7a0b25c4-972d-4e84-a6cd-523b33a6f88f" providerId="ADAL" clId="{66D5C28F-311A-4664-BFF2-941DCC4087FD}" dt="2025-01-02T16:55:15.609" v="6919" actId="1036"/>
          <ac:spMkLst>
            <pc:docMk/>
            <pc:sldMk cId="2094726678" sldId="2145707193"/>
            <ac:spMk id="5" creationId="{18F625A2-8712-93E7-36C9-1858D6F3A04C}"/>
          </ac:spMkLst>
        </pc:spChg>
        <pc:spChg chg="mod">
          <ac:chgData name="Juan José Eraso Toro" userId="7a0b25c4-972d-4e84-a6cd-523b33a6f88f" providerId="ADAL" clId="{66D5C28F-311A-4664-BFF2-941DCC4087FD}" dt="2025-01-02T16:55:09.488" v="6909" actId="14100"/>
          <ac:spMkLst>
            <pc:docMk/>
            <pc:sldMk cId="2094726678" sldId="2145707193"/>
            <ac:spMk id="6" creationId="{8A51C842-047B-FA43-42C3-1475136956FA}"/>
          </ac:spMkLst>
        </pc:spChg>
        <pc:spChg chg="add mod">
          <ac:chgData name="Juan José Eraso Toro" userId="7a0b25c4-972d-4e84-a6cd-523b33a6f88f" providerId="ADAL" clId="{66D5C28F-311A-4664-BFF2-941DCC4087FD}" dt="2024-12-19T16:57:33.623" v="865" actId="14100"/>
          <ac:spMkLst>
            <pc:docMk/>
            <pc:sldMk cId="2094726678" sldId="2145707193"/>
            <ac:spMk id="11" creationId="{AE6C10E7-50A1-8117-E6C3-46B33225DDDD}"/>
          </ac:spMkLst>
        </pc:spChg>
        <pc:spChg chg="add mod">
          <ac:chgData name="Juan José Eraso Toro" userId="7a0b25c4-972d-4e84-a6cd-523b33a6f88f" providerId="ADAL" clId="{66D5C28F-311A-4664-BFF2-941DCC4087FD}" dt="2024-12-19T16:57:57.589" v="878" actId="1076"/>
          <ac:spMkLst>
            <pc:docMk/>
            <pc:sldMk cId="2094726678" sldId="2145707193"/>
            <ac:spMk id="14" creationId="{C21E7EF2-D55C-332D-97F9-81ECB3B92A1F}"/>
          </ac:spMkLst>
        </pc:spChg>
        <pc:picChg chg="add mod">
          <ac:chgData name="Juan José Eraso Toro" userId="7a0b25c4-972d-4e84-a6cd-523b33a6f88f" providerId="ADAL" clId="{66D5C28F-311A-4664-BFF2-941DCC4087FD}" dt="2024-12-19T16:56:47.516" v="844" actId="1035"/>
          <ac:picMkLst>
            <pc:docMk/>
            <pc:sldMk cId="2094726678" sldId="2145707193"/>
            <ac:picMk id="7" creationId="{72BF8FD8-8BDE-67BF-26A6-E797927B1F05}"/>
          </ac:picMkLst>
        </pc:picChg>
        <pc:picChg chg="mod">
          <ac:chgData name="Juan José Eraso Toro" userId="7a0b25c4-972d-4e84-a6cd-523b33a6f88f" providerId="ADAL" clId="{66D5C28F-311A-4664-BFF2-941DCC4087FD}" dt="2025-01-02T15:41:12.603" v="5909" actId="1038"/>
          <ac:picMkLst>
            <pc:docMk/>
            <pc:sldMk cId="2094726678" sldId="2145707193"/>
            <ac:picMk id="8" creationId="{376A77D9-B695-267C-830D-E462BB01AA6F}"/>
          </ac:picMkLst>
        </pc:picChg>
        <pc:picChg chg="add mod">
          <ac:chgData name="Juan José Eraso Toro" userId="7a0b25c4-972d-4e84-a6cd-523b33a6f88f" providerId="ADAL" clId="{66D5C28F-311A-4664-BFF2-941DCC4087FD}" dt="2024-12-19T16:59:10.735" v="911" actId="208"/>
          <ac:picMkLst>
            <pc:docMk/>
            <pc:sldMk cId="2094726678" sldId="2145707193"/>
            <ac:picMk id="10" creationId="{C1BF71C6-46D8-25AB-7082-1D71DFF5BE1E}"/>
          </ac:picMkLst>
        </pc:picChg>
        <pc:picChg chg="add mod">
          <ac:chgData name="Juan José Eraso Toro" userId="7a0b25c4-972d-4e84-a6cd-523b33a6f88f" providerId="ADAL" clId="{66D5C28F-311A-4664-BFF2-941DCC4087FD}" dt="2024-12-19T16:58:50.878" v="906" actId="208"/>
          <ac:picMkLst>
            <pc:docMk/>
            <pc:sldMk cId="2094726678" sldId="2145707193"/>
            <ac:picMk id="13" creationId="{90A3217B-D146-CF23-C999-1C6690D0262B}"/>
          </ac:picMkLst>
        </pc:picChg>
      </pc:sldChg>
      <pc:sldChg chg="addSp delSp modSp mod">
        <pc:chgData name="Juan José Eraso Toro" userId="7a0b25c4-972d-4e84-a6cd-523b33a6f88f" providerId="ADAL" clId="{66D5C28F-311A-4664-BFF2-941DCC4087FD}" dt="2024-12-23T16:27:28.768" v="3067" actId="164"/>
        <pc:sldMkLst>
          <pc:docMk/>
          <pc:sldMk cId="814826333" sldId="2145707194"/>
        </pc:sldMkLst>
        <pc:spChg chg="mod">
          <ac:chgData name="Juan José Eraso Toro" userId="7a0b25c4-972d-4e84-a6cd-523b33a6f88f" providerId="ADAL" clId="{66D5C28F-311A-4664-BFF2-941DCC4087FD}" dt="2024-12-23T16:23:46.406" v="3021" actId="255"/>
          <ac:spMkLst>
            <pc:docMk/>
            <pc:sldMk cId="814826333" sldId="2145707194"/>
            <ac:spMk id="3" creationId="{5B4E26F6-57B3-55EB-DE50-DB09F9FB2573}"/>
          </ac:spMkLst>
        </pc:spChg>
        <pc:spChg chg="mod topLvl">
          <ac:chgData name="Juan José Eraso Toro" userId="7a0b25c4-972d-4e84-a6cd-523b33a6f88f" providerId="ADAL" clId="{66D5C28F-311A-4664-BFF2-941DCC4087FD}" dt="2024-12-23T16:26:03.803" v="3059" actId="164"/>
          <ac:spMkLst>
            <pc:docMk/>
            <pc:sldMk cId="814826333" sldId="2145707194"/>
            <ac:spMk id="11" creationId="{1331C2C4-0364-C461-D45F-10F4A4BD99F6}"/>
          </ac:spMkLst>
        </pc:spChg>
        <pc:spChg chg="mod topLvl">
          <ac:chgData name="Juan José Eraso Toro" userId="7a0b25c4-972d-4e84-a6cd-523b33a6f88f" providerId="ADAL" clId="{66D5C28F-311A-4664-BFF2-941DCC4087FD}" dt="2024-12-23T16:26:03.803" v="3059" actId="164"/>
          <ac:spMkLst>
            <pc:docMk/>
            <pc:sldMk cId="814826333" sldId="2145707194"/>
            <ac:spMk id="12" creationId="{88A19739-3313-40AB-BEC2-DD115A7C0C7C}"/>
          </ac:spMkLst>
        </pc:spChg>
        <pc:spChg chg="mod topLvl">
          <ac:chgData name="Juan José Eraso Toro" userId="7a0b25c4-972d-4e84-a6cd-523b33a6f88f" providerId="ADAL" clId="{66D5C28F-311A-4664-BFF2-941DCC4087FD}" dt="2024-12-23T16:26:53.680" v="3063" actId="164"/>
          <ac:spMkLst>
            <pc:docMk/>
            <pc:sldMk cId="814826333" sldId="2145707194"/>
            <ac:spMk id="14" creationId="{3C044A8C-3A97-6BFE-7A49-BB5B516B26A0}"/>
          </ac:spMkLst>
        </pc:spChg>
        <pc:spChg chg="mod topLvl">
          <ac:chgData name="Juan José Eraso Toro" userId="7a0b25c4-972d-4e84-a6cd-523b33a6f88f" providerId="ADAL" clId="{66D5C28F-311A-4664-BFF2-941DCC4087FD}" dt="2024-12-23T16:26:53.680" v="3063" actId="164"/>
          <ac:spMkLst>
            <pc:docMk/>
            <pc:sldMk cId="814826333" sldId="2145707194"/>
            <ac:spMk id="16" creationId="{DE69EF9F-7593-CFBD-7456-77D7D58D13B3}"/>
          </ac:spMkLst>
        </pc:spChg>
        <pc:spChg chg="mod topLvl">
          <ac:chgData name="Juan José Eraso Toro" userId="7a0b25c4-972d-4e84-a6cd-523b33a6f88f" providerId="ADAL" clId="{66D5C28F-311A-4664-BFF2-941DCC4087FD}" dt="2024-12-23T16:24:47.966" v="3033" actId="164"/>
          <ac:spMkLst>
            <pc:docMk/>
            <pc:sldMk cId="814826333" sldId="2145707194"/>
            <ac:spMk id="17" creationId="{654869A9-F986-42ED-4257-1F79E15D6363}"/>
          </ac:spMkLst>
        </pc:spChg>
        <pc:spChg chg="mod topLvl">
          <ac:chgData name="Juan José Eraso Toro" userId="7a0b25c4-972d-4e84-a6cd-523b33a6f88f" providerId="ADAL" clId="{66D5C28F-311A-4664-BFF2-941DCC4087FD}" dt="2024-12-23T16:24:47.966" v="3033" actId="164"/>
          <ac:spMkLst>
            <pc:docMk/>
            <pc:sldMk cId="814826333" sldId="2145707194"/>
            <ac:spMk id="19" creationId="{52A8A680-042B-6588-D789-4102DEF7021F}"/>
          </ac:spMkLst>
        </pc:spChg>
        <pc:spChg chg="mod topLvl">
          <ac:chgData name="Juan José Eraso Toro" userId="7a0b25c4-972d-4e84-a6cd-523b33a6f88f" providerId="ADAL" clId="{66D5C28F-311A-4664-BFF2-941DCC4087FD}" dt="2024-12-20T14:18:21.237" v="1258" actId="164"/>
          <ac:spMkLst>
            <pc:docMk/>
            <pc:sldMk cId="814826333" sldId="2145707194"/>
            <ac:spMk id="20" creationId="{79224C33-FD25-DDFF-2F91-6DF656B40E69}"/>
          </ac:spMkLst>
        </pc:spChg>
        <pc:spChg chg="mod topLvl">
          <ac:chgData name="Juan José Eraso Toro" userId="7a0b25c4-972d-4e84-a6cd-523b33a6f88f" providerId="ADAL" clId="{66D5C28F-311A-4664-BFF2-941DCC4087FD}" dt="2024-12-20T14:25:27.040" v="1458" actId="20577"/>
          <ac:spMkLst>
            <pc:docMk/>
            <pc:sldMk cId="814826333" sldId="2145707194"/>
            <ac:spMk id="22" creationId="{41A2EE91-EB34-4DB4-DC1C-81DBDEEF08B0}"/>
          </ac:spMkLst>
        </pc:spChg>
        <pc:spChg chg="mod topLvl">
          <ac:chgData name="Juan José Eraso Toro" userId="7a0b25c4-972d-4e84-a6cd-523b33a6f88f" providerId="ADAL" clId="{66D5C28F-311A-4664-BFF2-941DCC4087FD}" dt="2024-12-23T16:27:28.768" v="3067" actId="164"/>
          <ac:spMkLst>
            <pc:docMk/>
            <pc:sldMk cId="814826333" sldId="2145707194"/>
            <ac:spMk id="23" creationId="{559F1862-F461-5128-0135-E839C555400D}"/>
          </ac:spMkLst>
        </pc:spChg>
        <pc:spChg chg="mod topLvl">
          <ac:chgData name="Juan José Eraso Toro" userId="7a0b25c4-972d-4e84-a6cd-523b33a6f88f" providerId="ADAL" clId="{66D5C28F-311A-4664-BFF2-941DCC4087FD}" dt="2024-12-23T16:27:28.768" v="3067" actId="164"/>
          <ac:spMkLst>
            <pc:docMk/>
            <pc:sldMk cId="814826333" sldId="2145707194"/>
            <ac:spMk id="25" creationId="{73A4D8DD-0719-C0C4-913C-8BBFDBAFBCE1}"/>
          </ac:spMkLst>
        </pc:spChg>
        <pc:grpChg chg="add mod">
          <ac:chgData name="Juan José Eraso Toro" userId="7a0b25c4-972d-4e84-a6cd-523b33a6f88f" providerId="ADAL" clId="{66D5C28F-311A-4664-BFF2-941DCC4087FD}" dt="2024-12-23T16:24:56.628" v="3053" actId="1036"/>
          <ac:grpSpMkLst>
            <pc:docMk/>
            <pc:sldMk cId="814826333" sldId="2145707194"/>
            <ac:grpSpMk id="4" creationId="{5C990BFC-7FB7-8A86-40F6-F987C5C2BD65}"/>
          </ac:grpSpMkLst>
        </pc:grpChg>
        <pc:grpChg chg="add mod">
          <ac:chgData name="Juan José Eraso Toro" userId="7a0b25c4-972d-4e84-a6cd-523b33a6f88f" providerId="ADAL" clId="{66D5C28F-311A-4664-BFF2-941DCC4087FD}" dt="2024-12-23T16:26:03.803" v="3059" actId="164"/>
          <ac:grpSpMkLst>
            <pc:docMk/>
            <pc:sldMk cId="814826333" sldId="2145707194"/>
            <ac:grpSpMk id="7" creationId="{7CA9E65D-4244-941C-FE32-0E567C17B3EA}"/>
          </ac:grpSpMkLst>
        </pc:grpChg>
        <pc:grpChg chg="add mod">
          <ac:chgData name="Juan José Eraso Toro" userId="7a0b25c4-972d-4e84-a6cd-523b33a6f88f" providerId="ADAL" clId="{66D5C28F-311A-4664-BFF2-941DCC4087FD}" dt="2024-12-23T16:26:53.680" v="3063" actId="164"/>
          <ac:grpSpMkLst>
            <pc:docMk/>
            <pc:sldMk cId="814826333" sldId="2145707194"/>
            <ac:grpSpMk id="8" creationId="{F4666350-D990-DE1E-A6F1-4B01A70197F4}"/>
          </ac:grpSpMkLst>
        </pc:grpChg>
        <pc:grpChg chg="add mod">
          <ac:chgData name="Juan José Eraso Toro" userId="7a0b25c4-972d-4e84-a6cd-523b33a6f88f" providerId="ADAL" clId="{66D5C28F-311A-4664-BFF2-941DCC4087FD}" dt="2024-12-23T16:24:56.628" v="3053" actId="1036"/>
          <ac:grpSpMkLst>
            <pc:docMk/>
            <pc:sldMk cId="814826333" sldId="2145707194"/>
            <ac:grpSpMk id="26" creationId="{E3DE50FB-56BF-5D14-73FA-B3F073019B69}"/>
          </ac:grpSpMkLst>
        </pc:grpChg>
        <pc:grpChg chg="add mod">
          <ac:chgData name="Juan José Eraso Toro" userId="7a0b25c4-972d-4e84-a6cd-523b33a6f88f" providerId="ADAL" clId="{66D5C28F-311A-4664-BFF2-941DCC4087FD}" dt="2024-12-23T16:27:28.768" v="3067" actId="164"/>
          <ac:grpSpMkLst>
            <pc:docMk/>
            <pc:sldMk cId="814826333" sldId="2145707194"/>
            <ac:grpSpMk id="27" creationId="{BE47292F-DB0B-2585-4E19-D5B0F75779A1}"/>
          </ac:grpSpMkLst>
        </pc:grpChg>
        <pc:picChg chg="mod">
          <ac:chgData name="Juan José Eraso Toro" userId="7a0b25c4-972d-4e84-a6cd-523b33a6f88f" providerId="ADAL" clId="{66D5C28F-311A-4664-BFF2-941DCC4087FD}" dt="2024-12-20T14:26:25.394" v="1459" actId="207"/>
          <ac:picMkLst>
            <pc:docMk/>
            <pc:sldMk cId="814826333" sldId="2145707194"/>
            <ac:picMk id="6" creationId="{11FF043B-E6FF-9B10-F0E5-5B4D1934F141}"/>
          </ac:picMkLst>
        </pc:picChg>
        <pc:picChg chg="mod topLvl">
          <ac:chgData name="Juan José Eraso Toro" userId="7a0b25c4-972d-4e84-a6cd-523b33a6f88f" providerId="ADAL" clId="{66D5C28F-311A-4664-BFF2-941DCC4087FD}" dt="2024-12-23T16:26:03.803" v="3059" actId="164"/>
          <ac:picMkLst>
            <pc:docMk/>
            <pc:sldMk cId="814826333" sldId="2145707194"/>
            <ac:picMk id="13" creationId="{F2AD4B18-A3FC-FB4E-9463-69BD4DBE3145}"/>
          </ac:picMkLst>
        </pc:picChg>
        <pc:picChg chg="mod topLvl">
          <ac:chgData name="Juan José Eraso Toro" userId="7a0b25c4-972d-4e84-a6cd-523b33a6f88f" providerId="ADAL" clId="{66D5C28F-311A-4664-BFF2-941DCC4087FD}" dt="2024-12-23T16:26:53.680" v="3063" actId="164"/>
          <ac:picMkLst>
            <pc:docMk/>
            <pc:sldMk cId="814826333" sldId="2145707194"/>
            <ac:picMk id="15" creationId="{DBC55C0E-6657-B871-5BF6-0190E108008C}"/>
          </ac:picMkLst>
        </pc:picChg>
        <pc:picChg chg="mod topLvl">
          <ac:chgData name="Juan José Eraso Toro" userId="7a0b25c4-972d-4e84-a6cd-523b33a6f88f" providerId="ADAL" clId="{66D5C28F-311A-4664-BFF2-941DCC4087FD}" dt="2024-12-23T16:24:47.966" v="3033" actId="164"/>
          <ac:picMkLst>
            <pc:docMk/>
            <pc:sldMk cId="814826333" sldId="2145707194"/>
            <ac:picMk id="18" creationId="{E728EE9A-5900-B6C5-67E8-4C0289A641F5}"/>
          </ac:picMkLst>
        </pc:picChg>
        <pc:picChg chg="mod topLvl">
          <ac:chgData name="Juan José Eraso Toro" userId="7a0b25c4-972d-4e84-a6cd-523b33a6f88f" providerId="ADAL" clId="{66D5C28F-311A-4664-BFF2-941DCC4087FD}" dt="2024-12-20T14:18:21.237" v="1258" actId="164"/>
          <ac:picMkLst>
            <pc:docMk/>
            <pc:sldMk cId="814826333" sldId="2145707194"/>
            <ac:picMk id="21" creationId="{28603B03-2ECC-4063-F13A-651AA069C9E9}"/>
          </ac:picMkLst>
        </pc:picChg>
        <pc:picChg chg="mod topLvl">
          <ac:chgData name="Juan José Eraso Toro" userId="7a0b25c4-972d-4e84-a6cd-523b33a6f88f" providerId="ADAL" clId="{66D5C28F-311A-4664-BFF2-941DCC4087FD}" dt="2024-12-23T16:27:28.768" v="3067" actId="164"/>
          <ac:picMkLst>
            <pc:docMk/>
            <pc:sldMk cId="814826333" sldId="2145707194"/>
            <ac:picMk id="24" creationId="{2E7E8A0B-1594-F411-FE1E-3FA36948DE57}"/>
          </ac:picMkLst>
        </pc:picChg>
      </pc:sldChg>
      <pc:sldChg chg="del">
        <pc:chgData name="Juan José Eraso Toro" userId="7a0b25c4-972d-4e84-a6cd-523b33a6f88f" providerId="ADAL" clId="{66D5C28F-311A-4664-BFF2-941DCC4087FD}" dt="2024-12-23T16:38:59.120" v="3102" actId="2696"/>
        <pc:sldMkLst>
          <pc:docMk/>
          <pc:sldMk cId="2965127001" sldId="2145707195"/>
        </pc:sldMkLst>
      </pc:sldChg>
      <pc:sldChg chg="del">
        <pc:chgData name="Juan José Eraso Toro" userId="7a0b25c4-972d-4e84-a6cd-523b33a6f88f" providerId="ADAL" clId="{66D5C28F-311A-4664-BFF2-941DCC4087FD}" dt="2024-12-23T16:39:02.483" v="3103" actId="2696"/>
        <pc:sldMkLst>
          <pc:docMk/>
          <pc:sldMk cId="1577170830" sldId="2145707196"/>
        </pc:sldMkLst>
      </pc:sldChg>
      <pc:sldChg chg="addSp delSp modSp add mod">
        <pc:chgData name="Juan José Eraso Toro" userId="7a0b25c4-972d-4e84-a6cd-523b33a6f88f" providerId="ADAL" clId="{66D5C28F-311A-4664-BFF2-941DCC4087FD}" dt="2025-01-02T16:53:32.791" v="6899" actId="207"/>
        <pc:sldMkLst>
          <pc:docMk/>
          <pc:sldMk cId="42247289" sldId="2145707197"/>
        </pc:sldMkLst>
        <pc:spChg chg="mod">
          <ac:chgData name="Juan José Eraso Toro" userId="7a0b25c4-972d-4e84-a6cd-523b33a6f88f" providerId="ADAL" clId="{66D5C28F-311A-4664-BFF2-941DCC4087FD}" dt="2024-12-23T16:20:07.052" v="2978" actId="14100"/>
          <ac:spMkLst>
            <pc:docMk/>
            <pc:sldMk cId="42247289" sldId="2145707197"/>
            <ac:spMk id="2" creationId="{329B37D3-163D-E55E-34C9-FA2635AF2F42}"/>
          </ac:spMkLst>
        </pc:spChg>
        <pc:spChg chg="mod">
          <ac:chgData name="Juan José Eraso Toro" userId="7a0b25c4-972d-4e84-a6cd-523b33a6f88f" providerId="ADAL" clId="{66D5C28F-311A-4664-BFF2-941DCC4087FD}" dt="2024-12-23T16:28:09.865" v="3072" actId="164"/>
          <ac:spMkLst>
            <pc:docMk/>
            <pc:sldMk cId="42247289" sldId="2145707197"/>
            <ac:spMk id="3" creationId="{79A68DAC-44F0-BCF4-F543-265911540112}"/>
          </ac:spMkLst>
        </pc:spChg>
        <pc:spChg chg="mod">
          <ac:chgData name="Juan José Eraso Toro" userId="7a0b25c4-972d-4e84-a6cd-523b33a6f88f" providerId="ADAL" clId="{66D5C28F-311A-4664-BFF2-941DCC4087FD}" dt="2024-12-23T16:28:09.865" v="3072" actId="164"/>
          <ac:spMkLst>
            <pc:docMk/>
            <pc:sldMk cId="42247289" sldId="2145707197"/>
            <ac:spMk id="5" creationId="{E1FE5ED4-B99F-4403-DFAF-46965FED6086}"/>
          </ac:spMkLst>
        </pc:spChg>
        <pc:spChg chg="mod">
          <ac:chgData name="Juan José Eraso Toro" userId="7a0b25c4-972d-4e84-a6cd-523b33a6f88f" providerId="ADAL" clId="{66D5C28F-311A-4664-BFF2-941DCC4087FD}" dt="2024-12-23T16:19:45.955" v="2973" actId="1076"/>
          <ac:spMkLst>
            <pc:docMk/>
            <pc:sldMk cId="42247289" sldId="2145707197"/>
            <ac:spMk id="6" creationId="{E5F64D0D-5122-F5E2-8D84-A12FD8C32705}"/>
          </ac:spMkLst>
        </pc:spChg>
        <pc:spChg chg="mod">
          <ac:chgData name="Juan José Eraso Toro" userId="7a0b25c4-972d-4e84-a6cd-523b33a6f88f" providerId="ADAL" clId="{66D5C28F-311A-4664-BFF2-941DCC4087FD}" dt="2024-12-23T16:19:45.955" v="2973" actId="1076"/>
          <ac:spMkLst>
            <pc:docMk/>
            <pc:sldMk cId="42247289" sldId="2145707197"/>
            <ac:spMk id="7" creationId="{4311DD7F-8366-6905-8C43-86218CF73EDA}"/>
          </ac:spMkLst>
        </pc:spChg>
        <pc:spChg chg="mod">
          <ac:chgData name="Juan José Eraso Toro" userId="7a0b25c4-972d-4e84-a6cd-523b33a6f88f" providerId="ADAL" clId="{66D5C28F-311A-4664-BFF2-941DCC4087FD}" dt="2024-12-23T16:19:45.955" v="2973" actId="1076"/>
          <ac:spMkLst>
            <pc:docMk/>
            <pc:sldMk cId="42247289" sldId="2145707197"/>
            <ac:spMk id="8" creationId="{EE2317AA-0EA8-02AF-7F35-BC4D890BEF58}"/>
          </ac:spMkLst>
        </pc:spChg>
        <pc:spChg chg="add mod">
          <ac:chgData name="Juan José Eraso Toro" userId="7a0b25c4-972d-4e84-a6cd-523b33a6f88f" providerId="ADAL" clId="{66D5C28F-311A-4664-BFF2-941DCC4087FD}" dt="2024-12-23T16:31:21.249" v="3100" actId="2711"/>
          <ac:spMkLst>
            <pc:docMk/>
            <pc:sldMk cId="42247289" sldId="2145707197"/>
            <ac:spMk id="12" creationId="{CBE50848-7F08-BC66-2F97-5E7CDD709496}"/>
          </ac:spMkLst>
        </pc:spChg>
        <pc:spChg chg="mod modCrop">
          <ac:chgData name="Juan José Eraso Toro" userId="7a0b25c4-972d-4e84-a6cd-523b33a6f88f" providerId="ADAL" clId="{66D5C28F-311A-4664-BFF2-941DCC4087FD}" dt="2025-01-02T16:52:09.963" v="6896" actId="1076"/>
          <ac:spMkLst>
            <pc:docMk/>
            <pc:sldMk cId="42247289" sldId="2145707197"/>
            <ac:spMk id="16" creationId="{DCE0DE18-4279-665D-4D1D-B55A704A33EB}"/>
          </ac:spMkLst>
        </pc:spChg>
        <pc:grpChg chg="add mod">
          <ac:chgData name="Juan José Eraso Toro" userId="7a0b25c4-972d-4e84-a6cd-523b33a6f88f" providerId="ADAL" clId="{66D5C28F-311A-4664-BFF2-941DCC4087FD}" dt="2024-12-23T16:28:13.087" v="3081" actId="1035"/>
          <ac:grpSpMkLst>
            <pc:docMk/>
            <pc:sldMk cId="42247289" sldId="2145707197"/>
            <ac:grpSpMk id="11" creationId="{FBA6427B-010C-A638-FAC6-4BCFDC31EDAA}"/>
          </ac:grpSpMkLst>
        </pc:grpChg>
        <pc:picChg chg="mod">
          <ac:chgData name="Juan José Eraso Toro" userId="7a0b25c4-972d-4e84-a6cd-523b33a6f88f" providerId="ADAL" clId="{66D5C28F-311A-4664-BFF2-941DCC4087FD}" dt="2024-12-23T16:28:13.087" v="3081" actId="1035"/>
          <ac:picMkLst>
            <pc:docMk/>
            <pc:sldMk cId="42247289" sldId="2145707197"/>
            <ac:picMk id="4" creationId="{5A477C5A-1A50-B5C9-DA34-4754750AEB1E}"/>
          </ac:picMkLst>
        </pc:picChg>
        <pc:picChg chg="mod">
          <ac:chgData name="Juan José Eraso Toro" userId="7a0b25c4-972d-4e84-a6cd-523b33a6f88f" providerId="ADAL" clId="{66D5C28F-311A-4664-BFF2-941DCC4087FD}" dt="2024-12-23T16:19:45.955" v="2973" actId="1076"/>
          <ac:picMkLst>
            <pc:docMk/>
            <pc:sldMk cId="42247289" sldId="2145707197"/>
            <ac:picMk id="9" creationId="{3F849993-2364-D279-74BC-14845879970A}"/>
          </ac:picMkLst>
        </pc:picChg>
        <pc:picChg chg="add mod">
          <ac:chgData name="Juan José Eraso Toro" userId="7a0b25c4-972d-4e84-a6cd-523b33a6f88f" providerId="ADAL" clId="{66D5C28F-311A-4664-BFF2-941DCC4087FD}" dt="2025-01-02T16:53:32.791" v="6899" actId="207"/>
          <ac:picMkLst>
            <pc:docMk/>
            <pc:sldMk cId="42247289" sldId="2145707197"/>
            <ac:picMk id="10" creationId="{8E640746-E6DE-3A97-CDE8-5826B46D2F4F}"/>
          </ac:picMkLst>
        </pc:picChg>
      </pc:sldChg>
      <pc:sldChg chg="addSp delSp modSp add mod ord">
        <pc:chgData name="Juan José Eraso Toro" userId="7a0b25c4-972d-4e84-a6cd-523b33a6f88f" providerId="ADAL" clId="{66D5C28F-311A-4664-BFF2-941DCC4087FD}" dt="2025-01-02T16:50:27.671" v="6894" actId="1076"/>
        <pc:sldMkLst>
          <pc:docMk/>
          <pc:sldMk cId="3031605497" sldId="2145707198"/>
        </pc:sldMkLst>
        <pc:spChg chg="mod">
          <ac:chgData name="Juan José Eraso Toro" userId="7a0b25c4-972d-4e84-a6cd-523b33a6f88f" providerId="ADAL" clId="{66D5C28F-311A-4664-BFF2-941DCC4087FD}" dt="2025-01-02T16:50:08.720" v="6891" actId="20577"/>
          <ac:spMkLst>
            <pc:docMk/>
            <pc:sldMk cId="3031605497" sldId="2145707198"/>
            <ac:spMk id="5" creationId="{730E051F-4840-8250-160C-09EF359A87E0}"/>
          </ac:spMkLst>
        </pc:spChg>
        <pc:spChg chg="mod">
          <ac:chgData name="Juan José Eraso Toro" userId="7a0b25c4-972d-4e84-a6cd-523b33a6f88f" providerId="ADAL" clId="{66D5C28F-311A-4664-BFF2-941DCC4087FD}" dt="2024-12-23T16:46:05.975" v="3446" actId="255"/>
          <ac:spMkLst>
            <pc:docMk/>
            <pc:sldMk cId="3031605497" sldId="2145707198"/>
            <ac:spMk id="6" creationId="{5E078240-50D1-7B13-C954-12CAA48484FF}"/>
          </ac:spMkLst>
        </pc:spChg>
        <pc:spChg chg="add mod">
          <ac:chgData name="Juan José Eraso Toro" userId="7a0b25c4-972d-4e84-a6cd-523b33a6f88f" providerId="ADAL" clId="{66D5C28F-311A-4664-BFF2-941DCC4087FD}" dt="2025-01-02T16:50:15.694" v="6892" actId="164"/>
          <ac:spMkLst>
            <pc:docMk/>
            <pc:sldMk cId="3031605497" sldId="2145707198"/>
            <ac:spMk id="17" creationId="{798B341A-8223-B567-3848-BC68ED4068B0}"/>
          </ac:spMkLst>
        </pc:spChg>
        <pc:grpChg chg="add mod">
          <ac:chgData name="Juan José Eraso Toro" userId="7a0b25c4-972d-4e84-a6cd-523b33a6f88f" providerId="ADAL" clId="{66D5C28F-311A-4664-BFF2-941DCC4087FD}" dt="2025-01-02T16:50:24.659" v="6893" actId="1076"/>
          <ac:grpSpMkLst>
            <pc:docMk/>
            <pc:sldMk cId="3031605497" sldId="2145707198"/>
            <ac:grpSpMk id="7" creationId="{78A40CB3-28A1-ADBD-E5C0-D8D172756A5E}"/>
          </ac:grpSpMkLst>
        </pc:grpChg>
        <pc:picChg chg="add mod">
          <ac:chgData name="Juan José Eraso Toro" userId="7a0b25c4-972d-4e84-a6cd-523b33a6f88f" providerId="ADAL" clId="{66D5C28F-311A-4664-BFF2-941DCC4087FD}" dt="2025-01-02T15:45:18.370" v="5938"/>
          <ac:picMkLst>
            <pc:docMk/>
            <pc:sldMk cId="3031605497" sldId="2145707198"/>
            <ac:picMk id="2" creationId="{05890D0C-3C19-0F08-4C4C-28012A69C71E}"/>
          </ac:picMkLst>
        </pc:picChg>
        <pc:picChg chg="add mod modCrop">
          <ac:chgData name="Juan José Eraso Toro" userId="7a0b25c4-972d-4e84-a6cd-523b33a6f88f" providerId="ADAL" clId="{66D5C28F-311A-4664-BFF2-941DCC4087FD}" dt="2025-01-02T16:50:27.671" v="6894" actId="1076"/>
          <ac:picMkLst>
            <pc:docMk/>
            <pc:sldMk cId="3031605497" sldId="2145707198"/>
            <ac:picMk id="3" creationId="{B2B1F368-54E9-960F-8CAB-4B9BF6B42C24}"/>
          </ac:picMkLst>
        </pc:picChg>
        <pc:picChg chg="add mod">
          <ac:chgData name="Juan José Eraso Toro" userId="7a0b25c4-972d-4e84-a6cd-523b33a6f88f" providerId="ADAL" clId="{66D5C28F-311A-4664-BFF2-941DCC4087FD}" dt="2024-12-23T20:42:26.104" v="4301" actId="1076"/>
          <ac:picMkLst>
            <pc:docMk/>
            <pc:sldMk cId="3031605497" sldId="2145707198"/>
            <ac:picMk id="4" creationId="{ECBB40E6-F3CC-96C4-DE99-B041B6B00AED}"/>
          </ac:picMkLst>
        </pc:picChg>
        <pc:picChg chg="add mod">
          <ac:chgData name="Juan José Eraso Toro" userId="7a0b25c4-972d-4e84-a6cd-523b33a6f88f" providerId="ADAL" clId="{66D5C28F-311A-4664-BFF2-941DCC4087FD}" dt="2025-01-02T16:50:15.694" v="6892" actId="164"/>
          <ac:picMkLst>
            <pc:docMk/>
            <pc:sldMk cId="3031605497" sldId="2145707198"/>
            <ac:picMk id="12" creationId="{7890C4EC-60B0-B715-DD80-6487E7920EE6}"/>
          </ac:picMkLst>
        </pc:picChg>
        <pc:picChg chg="add mod modCrop">
          <ac:chgData name="Juan José Eraso Toro" userId="7a0b25c4-972d-4e84-a6cd-523b33a6f88f" providerId="ADAL" clId="{66D5C28F-311A-4664-BFF2-941DCC4087FD}" dt="2025-01-02T16:50:15.694" v="6892" actId="164"/>
          <ac:picMkLst>
            <pc:docMk/>
            <pc:sldMk cId="3031605497" sldId="2145707198"/>
            <ac:picMk id="16" creationId="{711E9749-45DB-8C9F-52A5-54EB6EA02AE6}"/>
          </ac:picMkLst>
        </pc:picChg>
      </pc:sldChg>
      <pc:sldChg chg="addSp delSp modSp add mod">
        <pc:chgData name="Juan José Eraso Toro" userId="7a0b25c4-972d-4e84-a6cd-523b33a6f88f" providerId="ADAL" clId="{66D5C28F-311A-4664-BFF2-941DCC4087FD}" dt="2025-01-02T16:49:55.476" v="6889" actId="20577"/>
        <pc:sldMkLst>
          <pc:docMk/>
          <pc:sldMk cId="2869633003" sldId="2145707199"/>
        </pc:sldMkLst>
        <pc:spChg chg="mod">
          <ac:chgData name="Juan José Eraso Toro" userId="7a0b25c4-972d-4e84-a6cd-523b33a6f88f" providerId="ADAL" clId="{66D5C28F-311A-4664-BFF2-941DCC4087FD}" dt="2025-01-02T16:49:55.476" v="6889" actId="20577"/>
          <ac:spMkLst>
            <pc:docMk/>
            <pc:sldMk cId="2869633003" sldId="2145707199"/>
            <ac:spMk id="5" creationId="{740F4AAB-BBB7-C501-007E-4D556C22A852}"/>
          </ac:spMkLst>
        </pc:spChg>
        <pc:spChg chg="add mod">
          <ac:chgData name="Juan José Eraso Toro" userId="7a0b25c4-972d-4e84-a6cd-523b33a6f88f" providerId="ADAL" clId="{66D5C28F-311A-4664-BFF2-941DCC4087FD}" dt="2025-01-02T15:44:09.225" v="5927" actId="164"/>
          <ac:spMkLst>
            <pc:docMk/>
            <pc:sldMk cId="2869633003" sldId="2145707199"/>
            <ac:spMk id="14" creationId="{9139CBDE-E32B-AB24-FD77-F09B6ECD3B99}"/>
          </ac:spMkLst>
        </pc:spChg>
        <pc:spChg chg="add mod">
          <ac:chgData name="Juan José Eraso Toro" userId="7a0b25c4-972d-4e84-a6cd-523b33a6f88f" providerId="ADAL" clId="{66D5C28F-311A-4664-BFF2-941DCC4087FD}" dt="2025-01-02T15:44:09.225" v="5927" actId="164"/>
          <ac:spMkLst>
            <pc:docMk/>
            <pc:sldMk cId="2869633003" sldId="2145707199"/>
            <ac:spMk id="15" creationId="{B1A8A41C-A63B-C22B-1B8C-40B92D68B5AD}"/>
          </ac:spMkLst>
        </pc:spChg>
        <pc:spChg chg="del">
          <ac:chgData name="Juan José Eraso Toro" userId="7a0b25c4-972d-4e84-a6cd-523b33a6f88f" providerId="ADAL" clId="{66D5C28F-311A-4664-BFF2-941DCC4087FD}" dt="2025-01-02T14:38:22.824" v="4678" actId="478"/>
          <ac:spMkLst>
            <pc:docMk/>
            <pc:sldMk cId="2869633003" sldId="2145707199"/>
            <ac:spMk id="17" creationId="{3F52B755-63B2-295A-0EF7-96E4C411D15F}"/>
          </ac:spMkLst>
        </pc:spChg>
        <pc:spChg chg="add mod">
          <ac:chgData name="Juan José Eraso Toro" userId="7a0b25c4-972d-4e84-a6cd-523b33a6f88f" providerId="ADAL" clId="{66D5C28F-311A-4664-BFF2-941DCC4087FD}" dt="2025-01-02T15:43:53.245" v="5926" actId="164"/>
          <ac:spMkLst>
            <pc:docMk/>
            <pc:sldMk cId="2869633003" sldId="2145707199"/>
            <ac:spMk id="18" creationId="{B0B8F9C0-896E-C7DF-4614-D63A03D0090E}"/>
          </ac:spMkLst>
        </pc:spChg>
        <pc:spChg chg="add mod">
          <ac:chgData name="Juan José Eraso Toro" userId="7a0b25c4-972d-4e84-a6cd-523b33a6f88f" providerId="ADAL" clId="{66D5C28F-311A-4664-BFF2-941DCC4087FD}" dt="2025-01-02T15:43:53.245" v="5926" actId="164"/>
          <ac:spMkLst>
            <pc:docMk/>
            <pc:sldMk cId="2869633003" sldId="2145707199"/>
            <ac:spMk id="19" creationId="{69E28C05-FAEF-D983-DB20-49F60731AA67}"/>
          </ac:spMkLst>
        </pc:spChg>
        <pc:grpChg chg="add mod">
          <ac:chgData name="Juan José Eraso Toro" userId="7a0b25c4-972d-4e84-a6cd-523b33a6f88f" providerId="ADAL" clId="{66D5C28F-311A-4664-BFF2-941DCC4087FD}" dt="2025-01-02T15:44:13.199" v="5928" actId="1076"/>
          <ac:grpSpMkLst>
            <pc:docMk/>
            <pc:sldMk cId="2869633003" sldId="2145707199"/>
            <ac:grpSpMk id="25" creationId="{29DDB72D-775B-CFF1-B436-BEC45ACE9A5C}"/>
          </ac:grpSpMkLst>
        </pc:grpChg>
        <pc:grpChg chg="add mod">
          <ac:chgData name="Juan José Eraso Toro" userId="7a0b25c4-972d-4e84-a6cd-523b33a6f88f" providerId="ADAL" clId="{66D5C28F-311A-4664-BFF2-941DCC4087FD}" dt="2025-01-02T15:44:09.225" v="5927" actId="164"/>
          <ac:grpSpMkLst>
            <pc:docMk/>
            <pc:sldMk cId="2869633003" sldId="2145707199"/>
            <ac:grpSpMk id="26" creationId="{52E9A079-6FF2-2CE8-5788-108EE3DB2029}"/>
          </ac:grpSpMkLst>
        </pc:grpChg>
        <pc:picChg chg="del">
          <ac:chgData name="Juan José Eraso Toro" userId="7a0b25c4-972d-4e84-a6cd-523b33a6f88f" providerId="ADAL" clId="{66D5C28F-311A-4664-BFF2-941DCC4087FD}" dt="2025-01-02T14:31:07.015" v="4672" actId="478"/>
          <ac:picMkLst>
            <pc:docMk/>
            <pc:sldMk cId="2869633003" sldId="2145707199"/>
            <ac:picMk id="3" creationId="{9EE58FB6-FA05-CE2B-A57B-0D8FA14A79B7}"/>
          </ac:picMkLst>
        </pc:picChg>
        <pc:picChg chg="del">
          <ac:chgData name="Juan José Eraso Toro" userId="7a0b25c4-972d-4e84-a6cd-523b33a6f88f" providerId="ADAL" clId="{66D5C28F-311A-4664-BFF2-941DCC4087FD}" dt="2025-01-02T14:29:59.413" v="4663" actId="478"/>
          <ac:picMkLst>
            <pc:docMk/>
            <pc:sldMk cId="2869633003" sldId="2145707199"/>
            <ac:picMk id="4" creationId="{D0A27F2C-9E20-95E9-45C2-2DD0CDF8C55D}"/>
          </ac:picMkLst>
        </pc:picChg>
        <pc:picChg chg="add mod">
          <ac:chgData name="Juan José Eraso Toro" userId="7a0b25c4-972d-4e84-a6cd-523b33a6f88f" providerId="ADAL" clId="{66D5C28F-311A-4664-BFF2-941DCC4087FD}" dt="2025-01-02T15:44:16.589" v="5935" actId="1036"/>
          <ac:picMkLst>
            <pc:docMk/>
            <pc:sldMk cId="2869633003" sldId="2145707199"/>
            <ac:picMk id="7" creationId="{48120046-A5E6-9B40-00D1-C90267A9925A}"/>
          </ac:picMkLst>
        </pc:picChg>
        <pc:picChg chg="add mod">
          <ac:chgData name="Juan José Eraso Toro" userId="7a0b25c4-972d-4e84-a6cd-523b33a6f88f" providerId="ADAL" clId="{66D5C28F-311A-4664-BFF2-941DCC4087FD}" dt="2025-01-02T15:43:53.245" v="5926" actId="164"/>
          <ac:picMkLst>
            <pc:docMk/>
            <pc:sldMk cId="2869633003" sldId="2145707199"/>
            <ac:picMk id="9" creationId="{AD5F3FFB-9971-AD1C-2B41-03AAE3F0EE87}"/>
          </ac:picMkLst>
        </pc:picChg>
        <pc:picChg chg="add del mod modCrop">
          <ac:chgData name="Juan José Eraso Toro" userId="7a0b25c4-972d-4e84-a6cd-523b33a6f88f" providerId="ADAL" clId="{66D5C28F-311A-4664-BFF2-941DCC4087FD}" dt="2025-01-02T14:44:21.083" v="5112" actId="478"/>
          <ac:picMkLst>
            <pc:docMk/>
            <pc:sldMk cId="2869633003" sldId="2145707199"/>
            <ac:picMk id="10" creationId="{97EE8AC6-F278-AE12-2DF1-1B17D97A9576}"/>
          </ac:picMkLst>
        </pc:picChg>
        <pc:picChg chg="del">
          <ac:chgData name="Juan José Eraso Toro" userId="7a0b25c4-972d-4e84-a6cd-523b33a6f88f" providerId="ADAL" clId="{66D5C28F-311A-4664-BFF2-941DCC4087FD}" dt="2025-01-02T14:38:23.210" v="4679" actId="478"/>
          <ac:picMkLst>
            <pc:docMk/>
            <pc:sldMk cId="2869633003" sldId="2145707199"/>
            <ac:picMk id="12" creationId="{88BF5941-13C9-A938-8850-250E07BF5057}"/>
          </ac:picMkLst>
        </pc:picChg>
        <pc:picChg chg="add mod">
          <ac:chgData name="Juan José Eraso Toro" userId="7a0b25c4-972d-4e84-a6cd-523b33a6f88f" providerId="ADAL" clId="{66D5C28F-311A-4664-BFF2-941DCC4087FD}" dt="2025-01-02T15:44:09.225" v="5927" actId="164"/>
          <ac:picMkLst>
            <pc:docMk/>
            <pc:sldMk cId="2869633003" sldId="2145707199"/>
            <ac:picMk id="13" creationId="{5CF053E4-C780-0718-6B4A-B0B4CE557347}"/>
          </ac:picMkLst>
        </pc:picChg>
        <pc:picChg chg="del">
          <ac:chgData name="Juan José Eraso Toro" userId="7a0b25c4-972d-4e84-a6cd-523b33a6f88f" providerId="ADAL" clId="{66D5C28F-311A-4664-BFF2-941DCC4087FD}" dt="2025-01-02T14:38:22.206" v="4677" actId="478"/>
          <ac:picMkLst>
            <pc:docMk/>
            <pc:sldMk cId="2869633003" sldId="2145707199"/>
            <ac:picMk id="16" creationId="{B8434EC4-788D-9C7A-D7BB-8A2A0B4DBADA}"/>
          </ac:picMkLst>
        </pc:picChg>
        <pc:picChg chg="add mod">
          <ac:chgData name="Juan José Eraso Toro" userId="7a0b25c4-972d-4e84-a6cd-523b33a6f88f" providerId="ADAL" clId="{66D5C28F-311A-4664-BFF2-941DCC4087FD}" dt="2025-01-02T15:44:48.992" v="5937" actId="207"/>
          <ac:picMkLst>
            <pc:docMk/>
            <pc:sldMk cId="2869633003" sldId="2145707199"/>
            <ac:picMk id="24" creationId="{CA08C47D-2137-B7D8-1AB7-34561A619D98}"/>
          </ac:picMkLst>
        </pc:picChg>
        <pc:cxnChg chg="add del mod">
          <ac:chgData name="Juan José Eraso Toro" userId="7a0b25c4-972d-4e84-a6cd-523b33a6f88f" providerId="ADAL" clId="{66D5C28F-311A-4664-BFF2-941DCC4087FD}" dt="2025-01-02T14:49:47.310" v="5185" actId="478"/>
          <ac:cxnSpMkLst>
            <pc:docMk/>
            <pc:sldMk cId="2869633003" sldId="2145707199"/>
            <ac:cxnSpMk id="21" creationId="{C43685F9-6879-AF77-BC80-6C16F670C538}"/>
          </ac:cxnSpMkLst>
        </pc:cxnChg>
        <pc:cxnChg chg="add mod">
          <ac:chgData name="Juan José Eraso Toro" userId="7a0b25c4-972d-4e84-a6cd-523b33a6f88f" providerId="ADAL" clId="{66D5C28F-311A-4664-BFF2-941DCC4087FD}" dt="2025-01-02T14:50:11.127" v="5188" actId="1582"/>
          <ac:cxnSpMkLst>
            <pc:docMk/>
            <pc:sldMk cId="2869633003" sldId="2145707199"/>
            <ac:cxnSpMk id="23" creationId="{2D597FCC-B9B6-AD1D-5163-D020A3F1D4ED}"/>
          </ac:cxnSpMkLst>
        </pc:cxnChg>
      </pc:sldChg>
      <pc:sldChg chg="modSp add del mod">
        <pc:chgData name="Juan José Eraso Toro" userId="7a0b25c4-972d-4e84-a6cd-523b33a6f88f" providerId="ADAL" clId="{66D5C28F-311A-4664-BFF2-941DCC4087FD}" dt="2025-01-02T14:57:59.201" v="5339" actId="2696"/>
        <pc:sldMkLst>
          <pc:docMk/>
          <pc:sldMk cId="2221247964" sldId="2145707200"/>
        </pc:sldMkLst>
        <pc:spChg chg="mod">
          <ac:chgData name="Juan José Eraso Toro" userId="7a0b25c4-972d-4e84-a6cd-523b33a6f88f" providerId="ADAL" clId="{66D5C28F-311A-4664-BFF2-941DCC4087FD}" dt="2025-01-02T14:56:09.566" v="5329" actId="113"/>
          <ac:spMkLst>
            <pc:docMk/>
            <pc:sldMk cId="2221247964" sldId="2145707200"/>
            <ac:spMk id="5" creationId="{2C370680-D528-06FD-8E9E-32455A96D913}"/>
          </ac:spMkLst>
        </pc:spChg>
        <pc:spChg chg="mod">
          <ac:chgData name="Juan José Eraso Toro" userId="7a0b25c4-972d-4e84-a6cd-523b33a6f88f" providerId="ADAL" clId="{66D5C28F-311A-4664-BFF2-941DCC4087FD}" dt="2025-01-02T14:52:48.987" v="5264" actId="20577"/>
          <ac:spMkLst>
            <pc:docMk/>
            <pc:sldMk cId="2221247964" sldId="2145707200"/>
            <ac:spMk id="6" creationId="{B947C38D-B496-9B73-907D-F9921726DF59}"/>
          </ac:spMkLst>
        </pc:spChg>
      </pc:sldChg>
      <pc:sldChg chg="add del">
        <pc:chgData name="Juan José Eraso Toro" userId="7a0b25c4-972d-4e84-a6cd-523b33a6f88f" providerId="ADAL" clId="{66D5C28F-311A-4664-BFF2-941DCC4087FD}" dt="2025-01-02T14:57:05.657" v="5331" actId="2890"/>
        <pc:sldMkLst>
          <pc:docMk/>
          <pc:sldMk cId="2070579382" sldId="2145707201"/>
        </pc:sldMkLst>
      </pc:sldChg>
      <pc:sldChg chg="addSp delSp modSp add mod ord">
        <pc:chgData name="Juan José Eraso Toro" userId="7a0b25c4-972d-4e84-a6cd-523b33a6f88f" providerId="ADAL" clId="{66D5C28F-311A-4664-BFF2-941DCC4087FD}" dt="2025-01-02T15:45:35.261" v="5939" actId="14100"/>
        <pc:sldMkLst>
          <pc:docMk/>
          <pc:sldMk cId="4280737206" sldId="2145707201"/>
        </pc:sldMkLst>
        <pc:spChg chg="del">
          <ac:chgData name="Juan José Eraso Toro" userId="7a0b25c4-972d-4e84-a6cd-523b33a6f88f" providerId="ADAL" clId="{66D5C28F-311A-4664-BFF2-941DCC4087FD}" dt="2025-01-02T14:57:33.727" v="5335" actId="478"/>
          <ac:spMkLst>
            <pc:docMk/>
            <pc:sldMk cId="4280737206" sldId="2145707201"/>
            <ac:spMk id="2" creationId="{28FDE1CB-46EB-9950-1DEB-B73D3811F24A}"/>
          </ac:spMkLst>
        </pc:spChg>
        <pc:spChg chg="mod">
          <ac:chgData name="Juan José Eraso Toro" userId="7a0b25c4-972d-4e84-a6cd-523b33a6f88f" providerId="ADAL" clId="{66D5C28F-311A-4664-BFF2-941DCC4087FD}" dt="2025-01-02T15:18:35.664" v="5624" actId="207"/>
          <ac:spMkLst>
            <pc:docMk/>
            <pc:sldMk cId="4280737206" sldId="2145707201"/>
            <ac:spMk id="6" creationId="{9A14DF84-55E1-BC83-0A36-8FF765AE9250}"/>
          </ac:spMkLst>
        </pc:spChg>
        <pc:spChg chg="mod">
          <ac:chgData name="Juan José Eraso Toro" userId="7a0b25c4-972d-4e84-a6cd-523b33a6f88f" providerId="ADAL" clId="{66D5C28F-311A-4664-BFF2-941DCC4087FD}" dt="2025-01-02T15:22:19.664" v="5891" actId="14100"/>
          <ac:spMkLst>
            <pc:docMk/>
            <pc:sldMk cId="4280737206" sldId="2145707201"/>
            <ac:spMk id="7" creationId="{CAB4135D-1BB0-D86B-0D4D-4C3BE435FCED}"/>
          </ac:spMkLst>
        </pc:spChg>
        <pc:spChg chg="mod">
          <ac:chgData name="Juan José Eraso Toro" userId="7a0b25c4-972d-4e84-a6cd-523b33a6f88f" providerId="ADAL" clId="{66D5C28F-311A-4664-BFF2-941DCC4087FD}" dt="2025-01-02T15:22:14.426" v="5890" actId="20577"/>
          <ac:spMkLst>
            <pc:docMk/>
            <pc:sldMk cId="4280737206" sldId="2145707201"/>
            <ac:spMk id="8" creationId="{8FC80844-754F-9D06-1668-85431F9FE406}"/>
          </ac:spMkLst>
        </pc:spChg>
        <pc:spChg chg="add mod">
          <ac:chgData name="Juan José Eraso Toro" userId="7a0b25c4-972d-4e84-a6cd-523b33a6f88f" providerId="ADAL" clId="{66D5C28F-311A-4664-BFF2-941DCC4087FD}" dt="2025-01-02T15:12:59.391" v="5429" actId="20577"/>
          <ac:spMkLst>
            <pc:docMk/>
            <pc:sldMk cId="4280737206" sldId="2145707201"/>
            <ac:spMk id="10" creationId="{3DB468DD-67EC-8CA8-E9B2-695BA2C2FADC}"/>
          </ac:spMkLst>
        </pc:spChg>
        <pc:spChg chg="del mod">
          <ac:chgData name="Juan José Eraso Toro" userId="7a0b25c4-972d-4e84-a6cd-523b33a6f88f" providerId="ADAL" clId="{66D5C28F-311A-4664-BFF2-941DCC4087FD}" dt="2025-01-02T15:10:13.689" v="5417" actId="478"/>
          <ac:spMkLst>
            <pc:docMk/>
            <pc:sldMk cId="4280737206" sldId="2145707201"/>
            <ac:spMk id="12" creationId="{00754D57-4C37-D4E0-9369-33ED83A7AECD}"/>
          </ac:spMkLst>
        </pc:spChg>
        <pc:spChg chg="add mod">
          <ac:chgData name="Juan José Eraso Toro" userId="7a0b25c4-972d-4e84-a6cd-523b33a6f88f" providerId="ADAL" clId="{66D5C28F-311A-4664-BFF2-941DCC4087FD}" dt="2025-01-02T14:57:47.995" v="5338"/>
          <ac:spMkLst>
            <pc:docMk/>
            <pc:sldMk cId="4280737206" sldId="2145707201"/>
            <ac:spMk id="13" creationId="{85624890-3118-1DB8-E191-0E227C1686A3}"/>
          </ac:spMkLst>
        </pc:spChg>
        <pc:spChg chg="add del mod">
          <ac:chgData name="Juan José Eraso Toro" userId="7a0b25c4-972d-4e84-a6cd-523b33a6f88f" providerId="ADAL" clId="{66D5C28F-311A-4664-BFF2-941DCC4087FD}" dt="2025-01-02T15:11:39.628" v="5419" actId="478"/>
          <ac:spMkLst>
            <pc:docMk/>
            <pc:sldMk cId="4280737206" sldId="2145707201"/>
            <ac:spMk id="15" creationId="{A636CF54-6F1C-C411-FE28-ED4EF6AFA52C}"/>
          </ac:spMkLst>
        </pc:spChg>
        <pc:spChg chg="del">
          <ac:chgData name="Juan José Eraso Toro" userId="7a0b25c4-972d-4e84-a6cd-523b33a6f88f" providerId="ADAL" clId="{66D5C28F-311A-4664-BFF2-941DCC4087FD}" dt="2025-01-02T15:01:44.396" v="5410" actId="478"/>
          <ac:spMkLst>
            <pc:docMk/>
            <pc:sldMk cId="4280737206" sldId="2145707201"/>
            <ac:spMk id="16" creationId="{4C51C2B3-547C-02BC-13A2-BEA3EAEE67EE}"/>
          </ac:spMkLst>
        </pc:spChg>
        <pc:spChg chg="add mod">
          <ac:chgData name="Juan José Eraso Toro" userId="7a0b25c4-972d-4e84-a6cd-523b33a6f88f" providerId="ADAL" clId="{66D5C28F-311A-4664-BFF2-941DCC4087FD}" dt="2025-01-02T15:17:59.435" v="5620" actId="14100"/>
          <ac:spMkLst>
            <pc:docMk/>
            <pc:sldMk cId="4280737206" sldId="2145707201"/>
            <ac:spMk id="17" creationId="{2C3ED18B-809E-A9AD-09B8-17DF61EA8129}"/>
          </ac:spMkLst>
        </pc:spChg>
        <pc:spChg chg="add mod">
          <ac:chgData name="Juan José Eraso Toro" userId="7a0b25c4-972d-4e84-a6cd-523b33a6f88f" providerId="ADAL" clId="{66D5C28F-311A-4664-BFF2-941DCC4087FD}" dt="2025-01-02T15:20:22.121" v="5649" actId="20577"/>
          <ac:spMkLst>
            <pc:docMk/>
            <pc:sldMk cId="4280737206" sldId="2145707201"/>
            <ac:spMk id="18" creationId="{9A7388F0-B513-7FEE-182E-7FA07B3E0C25}"/>
          </ac:spMkLst>
        </pc:spChg>
        <pc:spChg chg="add mod">
          <ac:chgData name="Juan José Eraso Toro" userId="7a0b25c4-972d-4e84-a6cd-523b33a6f88f" providerId="ADAL" clId="{66D5C28F-311A-4664-BFF2-941DCC4087FD}" dt="2025-01-02T15:21:25.535" v="5687" actId="20577"/>
          <ac:spMkLst>
            <pc:docMk/>
            <pc:sldMk cId="4280737206" sldId="2145707201"/>
            <ac:spMk id="19" creationId="{3626AEE9-9E2D-7C26-CDE7-8B3EE3765FDE}"/>
          </ac:spMkLst>
        </pc:spChg>
        <pc:grpChg chg="del">
          <ac:chgData name="Juan José Eraso Toro" userId="7a0b25c4-972d-4e84-a6cd-523b33a6f88f" providerId="ADAL" clId="{66D5C28F-311A-4664-BFF2-941DCC4087FD}" dt="2025-01-02T14:57:37.260" v="5337" actId="478"/>
          <ac:grpSpMkLst>
            <pc:docMk/>
            <pc:sldMk cId="4280737206" sldId="2145707201"/>
            <ac:grpSpMk id="11" creationId="{A2DAB9F9-8971-EF1B-66F4-2C86BD421A20}"/>
          </ac:grpSpMkLst>
        </pc:grpChg>
        <pc:picChg chg="del">
          <ac:chgData name="Juan José Eraso Toro" userId="7a0b25c4-972d-4e84-a6cd-523b33a6f88f" providerId="ADAL" clId="{66D5C28F-311A-4664-BFF2-941DCC4087FD}" dt="2025-01-02T14:57:36.029" v="5336" actId="478"/>
          <ac:picMkLst>
            <pc:docMk/>
            <pc:sldMk cId="4280737206" sldId="2145707201"/>
            <ac:picMk id="4" creationId="{E50D72E3-6B86-5A46-0168-64711ED82322}"/>
          </ac:picMkLst>
        </pc:picChg>
        <pc:picChg chg="mod">
          <ac:chgData name="Juan José Eraso Toro" userId="7a0b25c4-972d-4e84-a6cd-523b33a6f88f" providerId="ADAL" clId="{66D5C28F-311A-4664-BFF2-941DCC4087FD}" dt="2025-01-02T15:18:25.510" v="5623" actId="207"/>
          <ac:picMkLst>
            <pc:docMk/>
            <pc:sldMk cId="4280737206" sldId="2145707201"/>
            <ac:picMk id="9" creationId="{47798BD6-F067-F108-A64A-DB98FAA58739}"/>
          </ac:picMkLst>
        </pc:picChg>
        <pc:picChg chg="add mod">
          <ac:chgData name="Juan José Eraso Toro" userId="7a0b25c4-972d-4e84-a6cd-523b33a6f88f" providerId="ADAL" clId="{66D5C28F-311A-4664-BFF2-941DCC4087FD}" dt="2025-01-02T15:45:35.261" v="5939" actId="14100"/>
          <ac:picMkLst>
            <pc:docMk/>
            <pc:sldMk cId="4280737206" sldId="2145707201"/>
            <ac:picMk id="14" creationId="{D7759025-2E6A-D4C1-3204-C2965D14CB50}"/>
          </ac:picMkLst>
        </pc:picChg>
        <pc:picChg chg="add mod">
          <ac:chgData name="Juan José Eraso Toro" userId="7a0b25c4-972d-4e84-a6cd-523b33a6f88f" providerId="ADAL" clId="{66D5C28F-311A-4664-BFF2-941DCC4087FD}" dt="2025-01-02T15:24:36.794" v="5895" actId="1076"/>
          <ac:picMkLst>
            <pc:docMk/>
            <pc:sldMk cId="4280737206" sldId="2145707201"/>
            <ac:picMk id="20" creationId="{7F773548-E3A1-EAAC-E6A5-DD3A0C393D86}"/>
          </ac:picMkLst>
        </pc:picChg>
        <pc:picChg chg="add mod">
          <ac:chgData name="Juan José Eraso Toro" userId="7a0b25c4-972d-4e84-a6cd-523b33a6f88f" providerId="ADAL" clId="{66D5C28F-311A-4664-BFF2-941DCC4087FD}" dt="2025-01-02T15:41:59.833" v="5912" actId="207"/>
          <ac:picMkLst>
            <pc:docMk/>
            <pc:sldMk cId="4280737206" sldId="2145707201"/>
            <ac:picMk id="21" creationId="{3B34B93E-D3D8-5E75-6CAA-E01D0EA6F1B3}"/>
          </ac:picMkLst>
        </pc:picChg>
      </pc:sldChg>
      <pc:sldChg chg="addSp delSp modSp add mod">
        <pc:chgData name="Juan José Eraso Toro" userId="7a0b25c4-972d-4e84-a6cd-523b33a6f88f" providerId="ADAL" clId="{66D5C28F-311A-4664-BFF2-941DCC4087FD}" dt="2025-01-02T16:22:55.131" v="6846" actId="207"/>
        <pc:sldMkLst>
          <pc:docMk/>
          <pc:sldMk cId="2442195165" sldId="2145707202"/>
        </pc:sldMkLst>
        <pc:spChg chg="add mod">
          <ac:chgData name="Juan José Eraso Toro" userId="7a0b25c4-972d-4e84-a6cd-523b33a6f88f" providerId="ADAL" clId="{66D5C28F-311A-4664-BFF2-941DCC4087FD}" dt="2025-01-02T16:18:01.604" v="6784" actId="1036"/>
          <ac:spMkLst>
            <pc:docMk/>
            <pc:sldMk cId="2442195165" sldId="2145707202"/>
            <ac:spMk id="2" creationId="{2A4AAF86-48DB-9E7F-D389-3306A7029A54}"/>
          </ac:spMkLst>
        </pc:spChg>
        <pc:spChg chg="add del mod">
          <ac:chgData name="Juan José Eraso Toro" userId="7a0b25c4-972d-4e84-a6cd-523b33a6f88f" providerId="ADAL" clId="{66D5C28F-311A-4664-BFF2-941DCC4087FD}" dt="2025-01-02T16:17:31.227" v="6723" actId="478"/>
          <ac:spMkLst>
            <pc:docMk/>
            <pc:sldMk cId="2442195165" sldId="2145707202"/>
            <ac:spMk id="3" creationId="{C71E85DC-55EF-8B5F-08E9-D28B7F6023E8}"/>
          </ac:spMkLst>
        </pc:spChg>
        <pc:spChg chg="add mod">
          <ac:chgData name="Juan José Eraso Toro" userId="7a0b25c4-972d-4e84-a6cd-523b33a6f88f" providerId="ADAL" clId="{66D5C28F-311A-4664-BFF2-941DCC4087FD}" dt="2025-01-02T16:17:38.585" v="6724" actId="164"/>
          <ac:spMkLst>
            <pc:docMk/>
            <pc:sldMk cId="2442195165" sldId="2145707202"/>
            <ac:spMk id="4" creationId="{E428CE37-5306-3359-C332-94B2C1E5C261}"/>
          </ac:spMkLst>
        </pc:spChg>
        <pc:spChg chg="add mod">
          <ac:chgData name="Juan José Eraso Toro" userId="7a0b25c4-972d-4e84-a6cd-523b33a6f88f" providerId="ADAL" clId="{66D5C28F-311A-4664-BFF2-941DCC4087FD}" dt="2025-01-02T16:22:55.131" v="6846" actId="207"/>
          <ac:spMkLst>
            <pc:docMk/>
            <pc:sldMk cId="2442195165" sldId="2145707202"/>
            <ac:spMk id="5" creationId="{46A78609-B6BF-A891-E2C2-36BE40DD5A80}"/>
          </ac:spMkLst>
        </pc:spChg>
        <pc:spChg chg="mod">
          <ac:chgData name="Juan José Eraso Toro" userId="7a0b25c4-972d-4e84-a6cd-523b33a6f88f" providerId="ADAL" clId="{66D5C28F-311A-4664-BFF2-941DCC4087FD}" dt="2025-01-02T15:49:01.411" v="5981" actId="20577"/>
          <ac:spMkLst>
            <pc:docMk/>
            <pc:sldMk cId="2442195165" sldId="2145707202"/>
            <ac:spMk id="6" creationId="{111E5AA8-2DF5-73C8-EC52-51323FDD34EF}"/>
          </ac:spMkLst>
        </pc:spChg>
        <pc:spChg chg="mod">
          <ac:chgData name="Juan José Eraso Toro" userId="7a0b25c4-972d-4e84-a6cd-523b33a6f88f" providerId="ADAL" clId="{66D5C28F-311A-4664-BFF2-941DCC4087FD}" dt="2025-01-02T16:07:25.374" v="6703" actId="20577"/>
          <ac:spMkLst>
            <pc:docMk/>
            <pc:sldMk cId="2442195165" sldId="2145707202"/>
            <ac:spMk id="8" creationId="{D688A5FD-2310-3056-0864-A1D44C72D0B3}"/>
          </ac:spMkLst>
        </pc:spChg>
        <pc:spChg chg="add del mod">
          <ac:chgData name="Juan José Eraso Toro" userId="7a0b25c4-972d-4e84-a6cd-523b33a6f88f" providerId="ADAL" clId="{66D5C28F-311A-4664-BFF2-941DCC4087FD}" dt="2025-01-02T16:22:17.663" v="6836" actId="478"/>
          <ac:spMkLst>
            <pc:docMk/>
            <pc:sldMk cId="2442195165" sldId="2145707202"/>
            <ac:spMk id="10" creationId="{35DAD484-6970-7014-45E2-2EC5EC09F23B}"/>
          </ac:spMkLst>
        </pc:spChg>
        <pc:spChg chg="add mod">
          <ac:chgData name="Juan José Eraso Toro" userId="7a0b25c4-972d-4e84-a6cd-523b33a6f88f" providerId="ADAL" clId="{66D5C28F-311A-4664-BFF2-941DCC4087FD}" dt="2025-01-02T16:18:37.617" v="6787" actId="208"/>
          <ac:spMkLst>
            <pc:docMk/>
            <pc:sldMk cId="2442195165" sldId="2145707202"/>
            <ac:spMk id="12" creationId="{76C40714-67E1-D18A-A551-C76456B0E206}"/>
          </ac:spMkLst>
        </pc:spChg>
        <pc:spChg chg="mod">
          <ac:chgData name="Juan José Eraso Toro" userId="7a0b25c4-972d-4e84-a6cd-523b33a6f88f" providerId="ADAL" clId="{66D5C28F-311A-4664-BFF2-941DCC4087FD}" dt="2025-01-02T16:22:28.508" v="6845" actId="14100"/>
          <ac:spMkLst>
            <pc:docMk/>
            <pc:sldMk cId="2442195165" sldId="2145707202"/>
            <ac:spMk id="13" creationId="{0FD2A8BE-09D7-0E6F-EE1A-D592AC3AFF0D}"/>
          </ac:spMkLst>
        </pc:spChg>
        <pc:spChg chg="add mod">
          <ac:chgData name="Juan José Eraso Toro" userId="7a0b25c4-972d-4e84-a6cd-523b33a6f88f" providerId="ADAL" clId="{66D5C28F-311A-4664-BFF2-941DCC4087FD}" dt="2025-01-02T16:19:39.803" v="6801" actId="14100"/>
          <ac:spMkLst>
            <pc:docMk/>
            <pc:sldMk cId="2442195165" sldId="2145707202"/>
            <ac:spMk id="15" creationId="{B9721BFE-8300-E53F-3F0D-D51A51DDA7C4}"/>
          </ac:spMkLst>
        </pc:spChg>
        <pc:spChg chg="mod">
          <ac:chgData name="Juan José Eraso Toro" userId="7a0b25c4-972d-4e84-a6cd-523b33a6f88f" providerId="ADAL" clId="{66D5C28F-311A-4664-BFF2-941DCC4087FD}" dt="2025-01-02T15:53:53.337" v="6367" actId="20577"/>
          <ac:spMkLst>
            <pc:docMk/>
            <pc:sldMk cId="2442195165" sldId="2145707202"/>
            <ac:spMk id="18" creationId="{FA726319-C422-1CEC-11D5-D842502EAFCC}"/>
          </ac:spMkLst>
        </pc:spChg>
        <pc:spChg chg="mod">
          <ac:chgData name="Juan José Eraso Toro" userId="7a0b25c4-972d-4e84-a6cd-523b33a6f88f" providerId="ADAL" clId="{66D5C28F-311A-4664-BFF2-941DCC4087FD}" dt="2025-01-02T15:53:09.823" v="6248" actId="20577"/>
          <ac:spMkLst>
            <pc:docMk/>
            <pc:sldMk cId="2442195165" sldId="2145707202"/>
            <ac:spMk id="19" creationId="{C670AD1B-A80A-BC29-831A-FF55696E3267}"/>
          </ac:spMkLst>
        </pc:spChg>
        <pc:grpChg chg="add mod">
          <ac:chgData name="Juan José Eraso Toro" userId="7a0b25c4-972d-4e84-a6cd-523b33a6f88f" providerId="ADAL" clId="{66D5C28F-311A-4664-BFF2-941DCC4087FD}" dt="2025-01-02T16:17:53.559" v="6751" actId="1035"/>
          <ac:grpSpMkLst>
            <pc:docMk/>
            <pc:sldMk cId="2442195165" sldId="2145707202"/>
            <ac:grpSpMk id="11" creationId="{5B667AD9-7C98-F8CB-3120-FF62390043BD}"/>
          </ac:grpSpMkLst>
        </pc:grpChg>
        <pc:picChg chg="add del mod">
          <ac:chgData name="Juan José Eraso Toro" userId="7a0b25c4-972d-4e84-a6cd-523b33a6f88f" providerId="ADAL" clId="{66D5C28F-311A-4664-BFF2-941DCC4087FD}" dt="2025-01-02T15:57:39.254" v="6482" actId="207"/>
          <ac:picMkLst>
            <pc:docMk/>
            <pc:sldMk cId="2442195165" sldId="2145707202"/>
            <ac:picMk id="9" creationId="{31B9A575-2A6F-9D30-22C7-8868E4A01C2E}"/>
          </ac:picMkLst>
        </pc:picChg>
        <pc:picChg chg="del">
          <ac:chgData name="Juan José Eraso Toro" userId="7a0b25c4-972d-4e84-a6cd-523b33a6f88f" providerId="ADAL" clId="{66D5C28F-311A-4664-BFF2-941DCC4087FD}" dt="2025-01-02T15:59:26.884" v="6552" actId="478"/>
          <ac:picMkLst>
            <pc:docMk/>
            <pc:sldMk cId="2442195165" sldId="2145707202"/>
            <ac:picMk id="14" creationId="{D92A28C0-B81A-65C4-D6FA-D14E13BC30CE}"/>
          </ac:picMkLst>
        </pc:picChg>
        <pc:picChg chg="add del mod">
          <ac:chgData name="Juan José Eraso Toro" userId="7a0b25c4-972d-4e84-a6cd-523b33a6f88f" providerId="ADAL" clId="{66D5C28F-311A-4664-BFF2-941DCC4087FD}" dt="2025-01-02T16:21:19.434" v="6814" actId="478"/>
          <ac:picMkLst>
            <pc:docMk/>
            <pc:sldMk cId="2442195165" sldId="2145707202"/>
            <ac:picMk id="16" creationId="{412201BB-4B8B-0906-90FF-2E90C9024A2F}"/>
          </ac:picMkLst>
        </pc:picChg>
        <pc:picChg chg="add del mod">
          <ac:chgData name="Juan José Eraso Toro" userId="7a0b25c4-972d-4e84-a6cd-523b33a6f88f" providerId="ADAL" clId="{66D5C28F-311A-4664-BFF2-941DCC4087FD}" dt="2025-01-02T15:57:33.238" v="6481" actId="14826"/>
          <ac:picMkLst>
            <pc:docMk/>
            <pc:sldMk cId="2442195165" sldId="2145707202"/>
            <ac:picMk id="20" creationId="{62C0C817-0E5D-5250-4968-31C455ED9309}"/>
          </ac:picMkLst>
        </pc:picChg>
        <pc:picChg chg="mod">
          <ac:chgData name="Juan José Eraso Toro" userId="7a0b25c4-972d-4e84-a6cd-523b33a6f88f" providerId="ADAL" clId="{66D5C28F-311A-4664-BFF2-941DCC4087FD}" dt="2025-01-02T15:48:40.029" v="5963" actId="207"/>
          <ac:picMkLst>
            <pc:docMk/>
            <pc:sldMk cId="2442195165" sldId="2145707202"/>
            <ac:picMk id="21" creationId="{0ABA9FED-483D-2679-5FC8-D81A8CD27757}"/>
          </ac:picMkLst>
        </pc:picChg>
        <pc:picChg chg="add mod">
          <ac:chgData name="Juan José Eraso Toro" userId="7a0b25c4-972d-4e84-a6cd-523b33a6f88f" providerId="ADAL" clId="{66D5C28F-311A-4664-BFF2-941DCC4087FD}" dt="2025-01-02T16:21:49.706" v="6819" actId="207"/>
          <ac:picMkLst>
            <pc:docMk/>
            <pc:sldMk cId="2442195165" sldId="2145707202"/>
            <ac:picMk id="22" creationId="{2118269B-62C4-1F75-1C0A-F3611288EEAF}"/>
          </ac:picMkLst>
        </pc:picChg>
      </pc:sldChg>
    </pc:docChg>
  </pc:docChgLst>
  <pc:docChgLst>
    <pc:chgData name="Daniel Eduardo Castaño Oliveros" userId="8c172cb2-ee2a-4f92-836e-344ac29e8fe6" providerId="ADAL" clId="{313CA6FB-AAC7-4E48-BD6C-8A1154381B8B}"/>
    <pc:docChg chg="undo custSel addSld delSld modSld sldOrd">
      <pc:chgData name="Daniel Eduardo Castaño Oliveros" userId="8c172cb2-ee2a-4f92-836e-344ac29e8fe6" providerId="ADAL" clId="{313CA6FB-AAC7-4E48-BD6C-8A1154381B8B}" dt="2023-11-07T16:33:37.446" v="184" actId="1076"/>
      <pc:docMkLst>
        <pc:docMk/>
      </pc:docMkLst>
      <pc:sldChg chg="mod">
        <pc:chgData name="Daniel Eduardo Castaño Oliveros" userId="8c172cb2-ee2a-4f92-836e-344ac29e8fe6" providerId="ADAL" clId="{313CA6FB-AAC7-4E48-BD6C-8A1154381B8B}" dt="2023-11-07T15:48:27.200" v="168" actId="27918"/>
        <pc:sldMkLst>
          <pc:docMk/>
          <pc:sldMk cId="3727021358" sldId="5153"/>
        </pc:sldMkLst>
      </pc:sldChg>
      <pc:sldChg chg="mod">
        <pc:chgData name="Daniel Eduardo Castaño Oliveros" userId="8c172cb2-ee2a-4f92-836e-344ac29e8fe6" providerId="ADAL" clId="{313CA6FB-AAC7-4E48-BD6C-8A1154381B8B}" dt="2023-11-07T16:30:54.401" v="170" actId="27918"/>
        <pc:sldMkLst>
          <pc:docMk/>
          <pc:sldMk cId="2142911779" sldId="5155"/>
        </pc:sldMkLst>
      </pc:sldChg>
      <pc:sldChg chg="new del ord">
        <pc:chgData name="Daniel Eduardo Castaño Oliveros" userId="8c172cb2-ee2a-4f92-836e-344ac29e8fe6" providerId="ADAL" clId="{313CA6FB-AAC7-4E48-BD6C-8A1154381B8B}" dt="2023-11-07T15:20:46.900" v="4" actId="47"/>
        <pc:sldMkLst>
          <pc:docMk/>
          <pc:sldMk cId="2353613218" sldId="5156"/>
        </pc:sldMkLst>
      </pc:sldChg>
      <pc:sldChg chg="addSp modSp new mod">
        <pc:chgData name="Daniel Eduardo Castaño Oliveros" userId="8c172cb2-ee2a-4f92-836e-344ac29e8fe6" providerId="ADAL" clId="{313CA6FB-AAC7-4E48-BD6C-8A1154381B8B}" dt="2023-11-07T16:33:37.446" v="184" actId="1076"/>
        <pc:sldMkLst>
          <pc:docMk/>
          <pc:sldMk cId="3590616394" sldId="5157"/>
        </pc:sldMkLst>
      </pc:sldChg>
    </pc:docChg>
  </pc:docChgLst>
  <pc:docChgLst>
    <pc:chgData name="Valeria Suarez Mendoza" userId="9ba403d0-db7a-48d7-bddb-27717b870a9e" providerId="ADAL" clId="{CF96B8D8-15EF-49B6-A928-C8F02152C5D7}"/>
    <pc:docChg chg="custSel modSld">
      <pc:chgData name="Valeria Suarez Mendoza" userId="9ba403d0-db7a-48d7-bddb-27717b870a9e" providerId="ADAL" clId="{CF96B8D8-15EF-49B6-A928-C8F02152C5D7}" dt="2023-09-13T15:58:16.124" v="95" actId="700"/>
      <pc:docMkLst>
        <pc:docMk/>
      </pc:docMkLst>
      <pc:sldChg chg="modSp mod modClrScheme chgLayout">
        <pc:chgData name="Valeria Suarez Mendoza" userId="9ba403d0-db7a-48d7-bddb-27717b870a9e" providerId="ADAL" clId="{CF96B8D8-15EF-49B6-A928-C8F02152C5D7}" dt="2023-09-13T15:58:16.124" v="95" actId="700"/>
        <pc:sldMkLst>
          <pc:docMk/>
          <pc:sldMk cId="3727021358" sldId="5153"/>
        </pc:sldMkLst>
      </pc:sldChg>
      <pc:sldChg chg="modSp mod modClrScheme chgLayout">
        <pc:chgData name="Valeria Suarez Mendoza" userId="9ba403d0-db7a-48d7-bddb-27717b870a9e" providerId="ADAL" clId="{CF96B8D8-15EF-49B6-A928-C8F02152C5D7}" dt="2023-09-13T15:58:16.124" v="95" actId="700"/>
        <pc:sldMkLst>
          <pc:docMk/>
          <pc:sldMk cId="1610881191" sldId="5154"/>
        </pc:sldMkLst>
      </pc:sldChg>
      <pc:sldChg chg="modSp mod modClrScheme chgLayout">
        <pc:chgData name="Valeria Suarez Mendoza" userId="9ba403d0-db7a-48d7-bddb-27717b870a9e" providerId="ADAL" clId="{CF96B8D8-15EF-49B6-A928-C8F02152C5D7}" dt="2023-09-13T15:58:16.124" v="95" actId="700"/>
        <pc:sldMkLst>
          <pc:docMk/>
          <pc:sldMk cId="2142911779" sldId="5155"/>
        </pc:sldMkLst>
      </pc:sldChg>
    </pc:docChg>
  </pc:docChgLst>
  <pc:docChgLst>
    <pc:chgData name="Daniel Eduardo Castaño Oliveros" userId="8c172cb2-ee2a-4f92-836e-344ac29e8fe6" providerId="ADAL" clId="{13BDC736-1B99-45E8-90E0-F3726175339C}"/>
    <pc:docChg chg="undo custSel addSld delSld modSld sldOrd">
      <pc:chgData name="Daniel Eduardo Castaño Oliveros" userId="8c172cb2-ee2a-4f92-836e-344ac29e8fe6" providerId="ADAL" clId="{13BDC736-1B99-45E8-90E0-F3726175339C}" dt="2024-04-03T16:00:11.046" v="4477"/>
      <pc:docMkLst>
        <pc:docMk/>
      </pc:docMkLst>
      <pc:sldChg chg="del">
        <pc:chgData name="Daniel Eduardo Castaño Oliveros" userId="8c172cb2-ee2a-4f92-836e-344ac29e8fe6" providerId="ADAL" clId="{13BDC736-1B99-45E8-90E0-F3726175339C}" dt="2024-04-03T14:45:30.164" v="3870" actId="47"/>
        <pc:sldMkLst>
          <pc:docMk/>
          <pc:sldMk cId="582305926" sldId="271"/>
        </pc:sldMkLst>
      </pc:sldChg>
      <pc:sldChg chg="del">
        <pc:chgData name="Daniel Eduardo Castaño Oliveros" userId="8c172cb2-ee2a-4f92-836e-344ac29e8fe6" providerId="ADAL" clId="{13BDC736-1B99-45E8-90E0-F3726175339C}" dt="2024-04-03T14:45:25.607" v="3867" actId="47"/>
        <pc:sldMkLst>
          <pc:docMk/>
          <pc:sldMk cId="4081410046" sldId="275"/>
        </pc:sldMkLst>
      </pc:sldChg>
      <pc:sldChg chg="modSp mod">
        <pc:chgData name="Daniel Eduardo Castaño Oliveros" userId="8c172cb2-ee2a-4f92-836e-344ac29e8fe6" providerId="ADAL" clId="{13BDC736-1B99-45E8-90E0-F3726175339C}" dt="2024-03-27T20:57:15.508" v="84" actId="20577"/>
        <pc:sldMkLst>
          <pc:docMk/>
          <pc:sldMk cId="2884895743" sldId="5217"/>
        </pc:sldMkLst>
      </pc:sldChg>
      <pc:sldChg chg="modSp add del mod">
        <pc:chgData name="Daniel Eduardo Castaño Oliveros" userId="8c172cb2-ee2a-4f92-836e-344ac29e8fe6" providerId="ADAL" clId="{13BDC736-1B99-45E8-90E0-F3726175339C}" dt="2024-03-27T21:26:44.595" v="108" actId="47"/>
        <pc:sldMkLst>
          <pc:docMk/>
          <pc:sldMk cId="4053534483" sldId="5296"/>
        </pc:sldMkLst>
      </pc:sldChg>
      <pc:sldChg chg="del">
        <pc:chgData name="Daniel Eduardo Castaño Oliveros" userId="8c172cb2-ee2a-4f92-836e-344ac29e8fe6" providerId="ADAL" clId="{13BDC736-1B99-45E8-90E0-F3726175339C}" dt="2024-04-03T14:45:17.806" v="3864" actId="47"/>
        <pc:sldMkLst>
          <pc:docMk/>
          <pc:sldMk cId="1142313444" sldId="2145707155"/>
        </pc:sldMkLst>
      </pc:sldChg>
      <pc:sldChg chg="del">
        <pc:chgData name="Daniel Eduardo Castaño Oliveros" userId="8c172cb2-ee2a-4f92-836e-344ac29e8fe6" providerId="ADAL" clId="{13BDC736-1B99-45E8-90E0-F3726175339C}" dt="2024-04-03T14:45:24.357" v="3866" actId="47"/>
        <pc:sldMkLst>
          <pc:docMk/>
          <pc:sldMk cId="1343678733" sldId="2145707157"/>
        </pc:sldMkLst>
      </pc:sldChg>
      <pc:sldChg chg="del">
        <pc:chgData name="Daniel Eduardo Castaño Oliveros" userId="8c172cb2-ee2a-4f92-836e-344ac29e8fe6" providerId="ADAL" clId="{13BDC736-1B99-45E8-90E0-F3726175339C}" dt="2024-04-03T14:45:28.421" v="3868" actId="47"/>
        <pc:sldMkLst>
          <pc:docMk/>
          <pc:sldMk cId="203369476" sldId="2145707159"/>
        </pc:sldMkLst>
      </pc:sldChg>
      <pc:sldChg chg="del">
        <pc:chgData name="Daniel Eduardo Castaño Oliveros" userId="8c172cb2-ee2a-4f92-836e-344ac29e8fe6" providerId="ADAL" clId="{13BDC736-1B99-45E8-90E0-F3726175339C}" dt="2024-03-27T20:30:42.608" v="72" actId="47"/>
        <pc:sldMkLst>
          <pc:docMk/>
          <pc:sldMk cId="3227950894" sldId="2145707160"/>
        </pc:sldMkLst>
      </pc:sldChg>
      <pc:sldChg chg="del">
        <pc:chgData name="Daniel Eduardo Castaño Oliveros" userId="8c172cb2-ee2a-4f92-836e-344ac29e8fe6" providerId="ADAL" clId="{13BDC736-1B99-45E8-90E0-F3726175339C}" dt="2024-03-27T20:30:45.265" v="74" actId="47"/>
        <pc:sldMkLst>
          <pc:docMk/>
          <pc:sldMk cId="4196104673" sldId="2145707161"/>
        </pc:sldMkLst>
      </pc:sldChg>
      <pc:sldChg chg="del">
        <pc:chgData name="Daniel Eduardo Castaño Oliveros" userId="8c172cb2-ee2a-4f92-836e-344ac29e8fe6" providerId="ADAL" clId="{13BDC736-1B99-45E8-90E0-F3726175339C}" dt="2024-04-03T14:45:16.948" v="3863" actId="47"/>
        <pc:sldMkLst>
          <pc:docMk/>
          <pc:sldMk cId="1089302996" sldId="2145707162"/>
        </pc:sldMkLst>
      </pc:sldChg>
      <pc:sldChg chg="del">
        <pc:chgData name="Daniel Eduardo Castaño Oliveros" userId="8c172cb2-ee2a-4f92-836e-344ac29e8fe6" providerId="ADAL" clId="{13BDC736-1B99-45E8-90E0-F3726175339C}" dt="2024-04-03T14:45:18.747" v="3865" actId="47"/>
        <pc:sldMkLst>
          <pc:docMk/>
          <pc:sldMk cId="2151345616" sldId="2145707163"/>
        </pc:sldMkLst>
      </pc:sldChg>
      <pc:sldChg chg="del">
        <pc:chgData name="Daniel Eduardo Castaño Oliveros" userId="8c172cb2-ee2a-4f92-836e-344ac29e8fe6" providerId="ADAL" clId="{13BDC736-1B99-45E8-90E0-F3726175339C}" dt="2024-03-27T20:30:55" v="75" actId="47"/>
        <pc:sldMkLst>
          <pc:docMk/>
          <pc:sldMk cId="3663574253" sldId="2145707164"/>
        </pc:sldMkLst>
      </pc:sldChg>
      <pc:sldChg chg="del">
        <pc:chgData name="Daniel Eduardo Castaño Oliveros" userId="8c172cb2-ee2a-4f92-836e-344ac29e8fe6" providerId="ADAL" clId="{13BDC736-1B99-45E8-90E0-F3726175339C}" dt="2024-03-27T20:30:57.397" v="77" actId="47"/>
        <pc:sldMkLst>
          <pc:docMk/>
          <pc:sldMk cId="4253553839" sldId="2145707166"/>
        </pc:sldMkLst>
      </pc:sldChg>
      <pc:sldChg chg="del">
        <pc:chgData name="Daniel Eduardo Castaño Oliveros" userId="8c172cb2-ee2a-4f92-836e-344ac29e8fe6" providerId="ADAL" clId="{13BDC736-1B99-45E8-90E0-F3726175339C}" dt="2024-04-03T14:45:15.711" v="3862" actId="47"/>
        <pc:sldMkLst>
          <pc:docMk/>
          <pc:sldMk cId="1070302747" sldId="2145707167"/>
        </pc:sldMkLst>
      </pc:sldChg>
      <pc:sldChg chg="del">
        <pc:chgData name="Daniel Eduardo Castaño Oliveros" userId="8c172cb2-ee2a-4f92-836e-344ac29e8fe6" providerId="ADAL" clId="{13BDC736-1B99-45E8-90E0-F3726175339C}" dt="2024-03-27T20:31:00.893" v="79" actId="47"/>
        <pc:sldMkLst>
          <pc:docMk/>
          <pc:sldMk cId="4184646383" sldId="2145707170"/>
        </pc:sldMkLst>
      </pc:sldChg>
      <pc:sldChg chg="del">
        <pc:chgData name="Daniel Eduardo Castaño Oliveros" userId="8c172cb2-ee2a-4f92-836e-344ac29e8fe6" providerId="ADAL" clId="{13BDC736-1B99-45E8-90E0-F3726175339C}" dt="2024-03-27T20:31:02.942" v="81" actId="47"/>
        <pc:sldMkLst>
          <pc:docMk/>
          <pc:sldMk cId="2441871676" sldId="2145707171"/>
        </pc:sldMkLst>
      </pc:sldChg>
      <pc:sldChg chg="del">
        <pc:chgData name="Daniel Eduardo Castaño Oliveros" userId="8c172cb2-ee2a-4f92-836e-344ac29e8fe6" providerId="ADAL" clId="{13BDC736-1B99-45E8-90E0-F3726175339C}" dt="2024-03-27T20:30:59.573" v="78" actId="47"/>
        <pc:sldMkLst>
          <pc:docMk/>
          <pc:sldMk cId="3331785472" sldId="2145707172"/>
        </pc:sldMkLst>
      </pc:sldChg>
      <pc:sldChg chg="del">
        <pc:chgData name="Daniel Eduardo Castaño Oliveros" userId="8c172cb2-ee2a-4f92-836e-344ac29e8fe6" providerId="ADAL" clId="{13BDC736-1B99-45E8-90E0-F3726175339C}" dt="2024-03-27T20:31:01.849" v="80" actId="47"/>
        <pc:sldMkLst>
          <pc:docMk/>
          <pc:sldMk cId="592244964" sldId="2145707173"/>
        </pc:sldMkLst>
      </pc:sldChg>
      <pc:sldChg chg="del">
        <pc:chgData name="Daniel Eduardo Castaño Oliveros" userId="8c172cb2-ee2a-4f92-836e-344ac29e8fe6" providerId="ADAL" clId="{13BDC736-1B99-45E8-90E0-F3726175339C}" dt="2024-03-27T20:30:56.667" v="76" actId="47"/>
        <pc:sldMkLst>
          <pc:docMk/>
          <pc:sldMk cId="3180293941" sldId="2145707174"/>
        </pc:sldMkLst>
      </pc:sldChg>
      <pc:sldChg chg="addSp modSp new mod">
        <pc:chgData name="Daniel Eduardo Castaño Oliveros" userId="8c172cb2-ee2a-4f92-836e-344ac29e8fe6" providerId="ADAL" clId="{13BDC736-1B99-45E8-90E0-F3726175339C}" dt="2024-03-27T21:26:00.085" v="101" actId="14100"/>
        <pc:sldMkLst>
          <pc:docMk/>
          <pc:sldMk cId="3184955775" sldId="2145707175"/>
        </pc:sldMkLst>
      </pc:sldChg>
      <pc:sldChg chg="addSp modSp new mod">
        <pc:chgData name="Daniel Eduardo Castaño Oliveros" userId="8c172cb2-ee2a-4f92-836e-344ac29e8fe6" providerId="ADAL" clId="{13BDC736-1B99-45E8-90E0-F3726175339C}" dt="2024-03-27T21:26:24.049" v="107" actId="2711"/>
        <pc:sldMkLst>
          <pc:docMk/>
          <pc:sldMk cId="2406494605" sldId="2145707176"/>
        </pc:sldMkLst>
      </pc:sldChg>
      <pc:sldChg chg="addSp modSp new mod ord">
        <pc:chgData name="Daniel Eduardo Castaño Oliveros" userId="8c172cb2-ee2a-4f92-836e-344ac29e8fe6" providerId="ADAL" clId="{13BDC736-1B99-45E8-90E0-F3726175339C}" dt="2024-04-02T15:51:24.419" v="1640"/>
        <pc:sldMkLst>
          <pc:docMk/>
          <pc:sldMk cId="2799155186" sldId="2145707177"/>
        </pc:sldMkLst>
      </pc:sldChg>
      <pc:sldChg chg="addSp modSp new del mod">
        <pc:chgData name="Daniel Eduardo Castaño Oliveros" userId="8c172cb2-ee2a-4f92-836e-344ac29e8fe6" providerId="ADAL" clId="{13BDC736-1B99-45E8-90E0-F3726175339C}" dt="2024-04-03T14:45:33.964" v="3872" actId="47"/>
        <pc:sldMkLst>
          <pc:docMk/>
          <pc:sldMk cId="643755195" sldId="2145707178"/>
        </pc:sldMkLst>
      </pc:sldChg>
      <pc:sldChg chg="new del">
        <pc:chgData name="Daniel Eduardo Castaño Oliveros" userId="8c172cb2-ee2a-4f92-836e-344ac29e8fe6" providerId="ADAL" clId="{13BDC736-1B99-45E8-90E0-F3726175339C}" dt="2024-04-03T14:45:29.369" v="3869" actId="47"/>
        <pc:sldMkLst>
          <pc:docMk/>
          <pc:sldMk cId="1560347298" sldId="2145707179"/>
        </pc:sldMkLst>
      </pc:sldChg>
      <pc:sldChg chg="del">
        <pc:chgData name="Daniel Eduardo Castaño Oliveros" userId="8c172cb2-ee2a-4f92-836e-344ac29e8fe6" providerId="ADAL" clId="{13BDC736-1B99-45E8-90E0-F3726175339C}" dt="2024-04-03T14:45:31.713" v="3871" actId="47"/>
        <pc:sldMkLst>
          <pc:docMk/>
          <pc:sldMk cId="1289534476" sldId="2145707180"/>
        </pc:sldMkLst>
      </pc:sldChg>
      <pc:sldChg chg="modSp mod">
        <pc:chgData name="Daniel Eduardo Castaño Oliveros" userId="8c172cb2-ee2a-4f92-836e-344ac29e8fe6" providerId="ADAL" clId="{13BDC736-1B99-45E8-90E0-F3726175339C}" dt="2024-04-03T14:50:50.420" v="3879" actId="1076"/>
        <pc:sldMkLst>
          <pc:docMk/>
          <pc:sldMk cId="3550567662" sldId="2145707181"/>
        </pc:sldMkLst>
      </pc:sldChg>
      <pc:sldChg chg="addSp delSp modSp mod">
        <pc:chgData name="Daniel Eduardo Castaño Oliveros" userId="8c172cb2-ee2a-4f92-836e-344ac29e8fe6" providerId="ADAL" clId="{13BDC736-1B99-45E8-90E0-F3726175339C}" dt="2024-04-03T15:16:49.107" v="4170" actId="478"/>
        <pc:sldMkLst>
          <pc:docMk/>
          <pc:sldMk cId="183274463" sldId="2145707182"/>
        </pc:sldMkLst>
      </pc:sldChg>
      <pc:sldChg chg="modSp mod ord">
        <pc:chgData name="Daniel Eduardo Castaño Oliveros" userId="8c172cb2-ee2a-4f92-836e-344ac29e8fe6" providerId="ADAL" clId="{13BDC736-1B99-45E8-90E0-F3726175339C}" dt="2024-04-03T15:10:29.098" v="4032"/>
        <pc:sldMkLst>
          <pc:docMk/>
          <pc:sldMk cId="3562345687" sldId="2145707183"/>
        </pc:sldMkLst>
      </pc:sldChg>
      <pc:sldChg chg="del">
        <pc:chgData name="Daniel Eduardo Castaño Oliveros" userId="8c172cb2-ee2a-4f92-836e-344ac29e8fe6" providerId="ADAL" clId="{13BDC736-1B99-45E8-90E0-F3726175339C}" dt="2024-04-03T14:45:36.205" v="3873" actId="47"/>
        <pc:sldMkLst>
          <pc:docMk/>
          <pc:sldMk cId="1271714176" sldId="2145707184"/>
        </pc:sldMkLst>
      </pc:sldChg>
      <pc:sldChg chg="modSp del mod">
        <pc:chgData name="Daniel Eduardo Castaño Oliveros" userId="8c172cb2-ee2a-4f92-836e-344ac29e8fe6" providerId="ADAL" clId="{13BDC736-1B99-45E8-90E0-F3726175339C}" dt="2024-04-03T15:17:39.205" v="4171" actId="47"/>
        <pc:sldMkLst>
          <pc:docMk/>
          <pc:sldMk cId="2015044764" sldId="2145707185"/>
        </pc:sldMkLst>
      </pc:sldChg>
      <pc:sldChg chg="addSp delSp modSp mod ord">
        <pc:chgData name="Daniel Eduardo Castaño Oliveros" userId="8c172cb2-ee2a-4f92-836e-344ac29e8fe6" providerId="ADAL" clId="{13BDC736-1B99-45E8-90E0-F3726175339C}" dt="2024-04-03T15:16:20.870" v="4169" actId="208"/>
        <pc:sldMkLst>
          <pc:docMk/>
          <pc:sldMk cId="2297667810" sldId="2145707187"/>
        </pc:sldMkLst>
      </pc:sldChg>
      <pc:sldChg chg="addSp delSp modSp new mod ord">
        <pc:chgData name="Daniel Eduardo Castaño Oliveros" userId="8c172cb2-ee2a-4f92-836e-344ac29e8fe6" providerId="ADAL" clId="{13BDC736-1B99-45E8-90E0-F3726175339C}" dt="2024-04-03T16:00:08.433" v="4476"/>
        <pc:sldMkLst>
          <pc:docMk/>
          <pc:sldMk cId="4132569188" sldId="2145707188"/>
        </pc:sldMkLst>
      </pc:sldChg>
      <pc:sldChg chg="addSp delSp modSp new mod">
        <pc:chgData name="Daniel Eduardo Castaño Oliveros" userId="8c172cb2-ee2a-4f92-836e-344ac29e8fe6" providerId="ADAL" clId="{13BDC736-1B99-45E8-90E0-F3726175339C}" dt="2024-04-03T16:00:03.005" v="4475" actId="20577"/>
        <pc:sldMkLst>
          <pc:docMk/>
          <pc:sldMk cId="2129853032" sldId="2145707189"/>
        </pc:sldMkLst>
      </pc:sldChg>
      <pc:sldChg chg="addSp modSp new mod ord">
        <pc:chgData name="Daniel Eduardo Castaño Oliveros" userId="8c172cb2-ee2a-4f92-836e-344ac29e8fe6" providerId="ADAL" clId="{13BDC736-1B99-45E8-90E0-F3726175339C}" dt="2024-04-03T14:54:39.658" v="4016" actId="1076"/>
        <pc:sldMkLst>
          <pc:docMk/>
          <pc:sldMk cId="1850731870" sldId="2145707190"/>
        </pc:sldMkLst>
      </pc:sldChg>
      <pc:sldChg chg="addSp delSp modSp new del mod modShow">
        <pc:chgData name="Daniel Eduardo Castaño Oliveros" userId="8c172cb2-ee2a-4f92-836e-344ac29e8fe6" providerId="ADAL" clId="{13BDC736-1B99-45E8-90E0-F3726175339C}" dt="2024-04-02T16:58:40.468" v="2951" actId="47"/>
        <pc:sldMkLst>
          <pc:docMk/>
          <pc:sldMk cId="3131552583" sldId="2145707191"/>
        </pc:sldMkLst>
      </pc:sldChg>
      <pc:sldChg chg="addSp modSp new del mod modShow">
        <pc:chgData name="Daniel Eduardo Castaño Oliveros" userId="8c172cb2-ee2a-4f92-836e-344ac29e8fe6" providerId="ADAL" clId="{13BDC736-1B99-45E8-90E0-F3726175339C}" dt="2024-04-02T16:58:41.319" v="2952" actId="47"/>
        <pc:sldMkLst>
          <pc:docMk/>
          <pc:sldMk cId="3215185505" sldId="2145707192"/>
        </pc:sldMkLst>
      </pc:sldChg>
      <pc:sldChg chg="modSp add mod ord">
        <pc:chgData name="Daniel Eduardo Castaño Oliveros" userId="8c172cb2-ee2a-4f92-836e-344ac29e8fe6" providerId="ADAL" clId="{13BDC736-1B99-45E8-90E0-F3726175339C}" dt="2024-04-03T14:51:21.746" v="4002" actId="20577"/>
        <pc:sldMkLst>
          <pc:docMk/>
          <pc:sldMk cId="2094726678" sldId="2145707193"/>
        </pc:sldMkLst>
      </pc:sldChg>
      <pc:sldChg chg="addSp delSp modSp add mod">
        <pc:chgData name="Daniel Eduardo Castaño Oliveros" userId="8c172cb2-ee2a-4f92-836e-344ac29e8fe6" providerId="ADAL" clId="{13BDC736-1B99-45E8-90E0-F3726175339C}" dt="2024-04-03T14:51:27.622" v="4004"/>
        <pc:sldMkLst>
          <pc:docMk/>
          <pc:sldMk cId="814826333" sldId="2145707194"/>
        </pc:sldMkLst>
      </pc:sldChg>
      <pc:sldChg chg="addSp modSp new mod">
        <pc:chgData name="Daniel Eduardo Castaño Oliveros" userId="8c172cb2-ee2a-4f92-836e-344ac29e8fe6" providerId="ADAL" clId="{13BDC736-1B99-45E8-90E0-F3726175339C}" dt="2024-04-03T16:00:11.046" v="4477"/>
        <pc:sldMkLst>
          <pc:docMk/>
          <pc:sldMk cId="2965127001" sldId="2145707195"/>
        </pc:sldMkLst>
      </pc:sldChg>
      <pc:sldChg chg="addSp delSp modSp new mod">
        <pc:chgData name="Daniel Eduardo Castaño Oliveros" userId="8c172cb2-ee2a-4f92-836e-344ac29e8fe6" providerId="ADAL" clId="{13BDC736-1B99-45E8-90E0-F3726175339C}" dt="2024-04-03T15:45:00.428" v="4316" actId="1076"/>
        <pc:sldMkLst>
          <pc:docMk/>
          <pc:sldMk cId="1577170830" sldId="2145707196"/>
        </pc:sldMkLst>
      </pc:sldChg>
      <pc:sldChg chg="new del">
        <pc:chgData name="Daniel Eduardo Castaño Oliveros" userId="8c172cb2-ee2a-4f92-836e-344ac29e8fe6" providerId="ADAL" clId="{13BDC736-1B99-45E8-90E0-F3726175339C}" dt="2024-04-03T15:45:21.357" v="4318" actId="47"/>
        <pc:sldMkLst>
          <pc:docMk/>
          <pc:sldMk cId="323083234" sldId="2145707197"/>
        </pc:sldMkLst>
      </pc:sldChg>
    </pc:docChg>
  </pc:docChgLst>
  <pc:docChgLst>
    <pc:chgData name="Daniel Eduardo Castaño Oliveros" userId="8c172cb2-ee2a-4f92-836e-344ac29e8fe6" providerId="ADAL" clId="{CD526118-C1A2-42D6-8A81-59A2A9EC5342}"/>
    <pc:docChg chg="modSld">
      <pc:chgData name="Daniel Eduardo Castaño Oliveros" userId="8c172cb2-ee2a-4f92-836e-344ac29e8fe6" providerId="ADAL" clId="{CD526118-C1A2-42D6-8A81-59A2A9EC5342}" dt="2023-11-30T18:22:43.558" v="5" actId="113"/>
      <pc:docMkLst>
        <pc:docMk/>
      </pc:docMkLst>
      <pc:sldChg chg="modSp">
        <pc:chgData name="Daniel Eduardo Castaño Oliveros" userId="8c172cb2-ee2a-4f92-836e-344ac29e8fe6" providerId="ADAL" clId="{CD526118-C1A2-42D6-8A81-59A2A9EC5342}" dt="2023-11-30T18:22:43.558" v="5" actId="113"/>
        <pc:sldMkLst>
          <pc:docMk/>
          <pc:sldMk cId="3727021358" sldId="5153"/>
        </pc:sldMkLst>
      </pc:sldChg>
      <pc:sldChg chg="modSp mod">
        <pc:chgData name="Daniel Eduardo Castaño Oliveros" userId="8c172cb2-ee2a-4f92-836e-344ac29e8fe6" providerId="ADAL" clId="{CD526118-C1A2-42D6-8A81-59A2A9EC5342}" dt="2023-11-27T15:34:04.152" v="4" actId="20577"/>
        <pc:sldMkLst>
          <pc:docMk/>
          <pc:sldMk cId="3590616394" sldId="5157"/>
        </pc:sldMkLst>
      </pc:sldChg>
    </pc:docChg>
  </pc:docChgLst>
  <pc:docChgLst>
    <pc:chgData name="Daniel Eduardo Castaño Oliveros" userId="8c172cb2-ee2a-4f92-836e-344ac29e8fe6" providerId="ADAL" clId="{AFAE22F6-BF62-4A57-A7F1-334BF8CEB9FF}"/>
    <pc:docChg chg="modSld">
      <pc:chgData name="Daniel Eduardo Castaño Oliveros" userId="8c172cb2-ee2a-4f92-836e-344ac29e8fe6" providerId="ADAL" clId="{AFAE22F6-BF62-4A57-A7F1-334BF8CEB9FF}" dt="2023-12-04T15:15:05.989" v="144" actId="14100"/>
      <pc:docMkLst>
        <pc:docMk/>
      </pc:docMkLst>
      <pc:sldChg chg="modSp mod">
        <pc:chgData name="Daniel Eduardo Castaño Oliveros" userId="8c172cb2-ee2a-4f92-836e-344ac29e8fe6" providerId="ADAL" clId="{AFAE22F6-BF62-4A57-A7F1-334BF8CEB9FF}" dt="2023-12-01T15:36:10.514" v="34" actId="20577"/>
        <pc:sldMkLst>
          <pc:docMk/>
          <pc:sldMk cId="3727021358" sldId="5153"/>
        </pc:sldMkLst>
      </pc:sldChg>
      <pc:sldChg chg="modSp mod">
        <pc:chgData name="Daniel Eduardo Castaño Oliveros" userId="8c172cb2-ee2a-4f92-836e-344ac29e8fe6" providerId="ADAL" clId="{AFAE22F6-BF62-4A57-A7F1-334BF8CEB9FF}" dt="2023-12-04T15:04:57.502" v="85" actId="27918"/>
        <pc:sldMkLst>
          <pc:docMk/>
          <pc:sldMk cId="1610881191" sldId="5154"/>
        </pc:sldMkLst>
      </pc:sldChg>
      <pc:sldChg chg="modSp mod">
        <pc:chgData name="Daniel Eduardo Castaño Oliveros" userId="8c172cb2-ee2a-4f92-836e-344ac29e8fe6" providerId="ADAL" clId="{AFAE22F6-BF62-4A57-A7F1-334BF8CEB9FF}" dt="2023-12-04T15:15:05.989" v="144" actId="14100"/>
        <pc:sldMkLst>
          <pc:docMk/>
          <pc:sldMk cId="2142911779" sldId="5155"/>
        </pc:sldMkLst>
      </pc:sldChg>
      <pc:sldChg chg="modSp mod">
        <pc:chgData name="Daniel Eduardo Castaño Oliveros" userId="8c172cb2-ee2a-4f92-836e-344ac29e8fe6" providerId="ADAL" clId="{AFAE22F6-BF62-4A57-A7F1-334BF8CEB9FF}" dt="2023-12-04T15:04:27.216" v="81" actId="20577"/>
        <pc:sldMkLst>
          <pc:docMk/>
          <pc:sldMk cId="3590616394" sldId="5157"/>
        </pc:sldMkLst>
      </pc:sldChg>
    </pc:docChg>
  </pc:docChgLst>
  <pc:docChgLst>
    <pc:chgData name="Daniel Eduardo Castaño Oliveros" userId="8c172cb2-ee2a-4f92-836e-344ac29e8fe6" providerId="ADAL" clId="{7AB4E8D4-87E5-4F8A-9FC7-630B11ACBD82}"/>
    <pc:docChg chg="undo custSel addSld delSld modSld sldOrd">
      <pc:chgData name="Daniel Eduardo Castaño Oliveros" userId="8c172cb2-ee2a-4f92-836e-344ac29e8fe6" providerId="ADAL" clId="{7AB4E8D4-87E5-4F8A-9FC7-630B11ACBD82}" dt="2024-03-26T15:59:34.967" v="5828" actId="47"/>
      <pc:docMkLst>
        <pc:docMk/>
      </pc:docMkLst>
      <pc:sldChg chg="modSp add mod ord">
        <pc:chgData name="Daniel Eduardo Castaño Oliveros" userId="8c172cb2-ee2a-4f92-836e-344ac29e8fe6" providerId="ADAL" clId="{7AB4E8D4-87E5-4F8A-9FC7-630B11ACBD82}" dt="2024-02-27T18:20:54.428" v="1355"/>
        <pc:sldMkLst>
          <pc:docMk/>
          <pc:sldMk cId="582305926" sldId="271"/>
        </pc:sldMkLst>
      </pc:sldChg>
      <pc:sldChg chg="addSp delSp modSp add mod modShow">
        <pc:chgData name="Daniel Eduardo Castaño Oliveros" userId="8c172cb2-ee2a-4f92-836e-344ac29e8fe6" providerId="ADAL" clId="{7AB4E8D4-87E5-4F8A-9FC7-630B11ACBD82}" dt="2024-03-26T15:29:21.970" v="5293" actId="729"/>
        <pc:sldMkLst>
          <pc:docMk/>
          <pc:sldMk cId="4081410046" sldId="275"/>
        </pc:sldMkLst>
      </pc:sldChg>
      <pc:sldChg chg="add">
        <pc:chgData name="Daniel Eduardo Castaño Oliveros" userId="8c172cb2-ee2a-4f92-836e-344ac29e8fe6" providerId="ADAL" clId="{7AB4E8D4-87E5-4F8A-9FC7-630B11ACBD82}" dt="2024-02-27T19:25:09.849" v="2674"/>
        <pc:sldMkLst>
          <pc:docMk/>
          <pc:sldMk cId="2288544180" sldId="289"/>
        </pc:sldMkLst>
      </pc:sldChg>
      <pc:sldChg chg="delSp modSp add del mod">
        <pc:chgData name="Daniel Eduardo Castaño Oliveros" userId="8c172cb2-ee2a-4f92-836e-344ac29e8fe6" providerId="ADAL" clId="{7AB4E8D4-87E5-4F8A-9FC7-630B11ACBD82}" dt="2024-02-27T18:20:31.303" v="1351" actId="47"/>
        <pc:sldMkLst>
          <pc:docMk/>
          <pc:sldMk cId="3437190974" sldId="305"/>
        </pc:sldMkLst>
      </pc:sldChg>
      <pc:sldChg chg="delSp modSp add del mod ord setBg">
        <pc:chgData name="Daniel Eduardo Castaño Oliveros" userId="8c172cb2-ee2a-4f92-836e-344ac29e8fe6" providerId="ADAL" clId="{7AB4E8D4-87E5-4F8A-9FC7-630B11ACBD82}" dt="2024-02-27T18:20:18.804" v="1348" actId="47"/>
        <pc:sldMkLst>
          <pc:docMk/>
          <pc:sldMk cId="1902686690" sldId="333"/>
        </pc:sldMkLst>
      </pc:sldChg>
      <pc:sldChg chg="del">
        <pc:chgData name="Daniel Eduardo Castaño Oliveros" userId="8c172cb2-ee2a-4f92-836e-344ac29e8fe6" providerId="ADAL" clId="{7AB4E8D4-87E5-4F8A-9FC7-630B11ACBD82}" dt="2024-02-27T19:24:44.566" v="2671" actId="47"/>
        <pc:sldMkLst>
          <pc:docMk/>
          <pc:sldMk cId="3727021358" sldId="5153"/>
        </pc:sldMkLst>
      </pc:sldChg>
      <pc:sldChg chg="del">
        <pc:chgData name="Daniel Eduardo Castaño Oliveros" userId="8c172cb2-ee2a-4f92-836e-344ac29e8fe6" providerId="ADAL" clId="{7AB4E8D4-87E5-4F8A-9FC7-630B11ACBD82}" dt="2024-02-27T19:24:45.433" v="2672" actId="47"/>
        <pc:sldMkLst>
          <pc:docMk/>
          <pc:sldMk cId="1610881191" sldId="5154"/>
        </pc:sldMkLst>
      </pc:sldChg>
      <pc:sldChg chg="del">
        <pc:chgData name="Daniel Eduardo Castaño Oliveros" userId="8c172cb2-ee2a-4f92-836e-344ac29e8fe6" providerId="ADAL" clId="{7AB4E8D4-87E5-4F8A-9FC7-630B11ACBD82}" dt="2024-02-27T19:24:46.284" v="2673" actId="47"/>
        <pc:sldMkLst>
          <pc:docMk/>
          <pc:sldMk cId="2142911779" sldId="5155"/>
        </pc:sldMkLst>
      </pc:sldChg>
      <pc:sldChg chg="modSp add del mod">
        <pc:chgData name="Daniel Eduardo Castaño Oliveros" userId="8c172cb2-ee2a-4f92-836e-344ac29e8fe6" providerId="ADAL" clId="{7AB4E8D4-87E5-4F8A-9FC7-630B11ACBD82}" dt="2024-02-27T18:08:29.376" v="1086" actId="47"/>
        <pc:sldMkLst>
          <pc:docMk/>
          <pc:sldMk cId="3590616394" sldId="5157"/>
        </pc:sldMkLst>
      </pc:sldChg>
      <pc:sldChg chg="new del">
        <pc:chgData name="Daniel Eduardo Castaño Oliveros" userId="8c172cb2-ee2a-4f92-836e-344ac29e8fe6" providerId="ADAL" clId="{7AB4E8D4-87E5-4F8A-9FC7-630B11ACBD82}" dt="2024-02-21T14:43:08.602" v="59" actId="47"/>
        <pc:sldMkLst>
          <pc:docMk/>
          <pc:sldMk cId="209600944" sldId="5158"/>
        </pc:sldMkLst>
      </pc:sldChg>
      <pc:sldChg chg="addSp modSp new del mod ord modAnim">
        <pc:chgData name="Daniel Eduardo Castaño Oliveros" userId="8c172cb2-ee2a-4f92-836e-344ac29e8fe6" providerId="ADAL" clId="{7AB4E8D4-87E5-4F8A-9FC7-630B11ACBD82}" dt="2024-02-27T14:25:51.214" v="376" actId="47"/>
        <pc:sldMkLst>
          <pc:docMk/>
          <pc:sldMk cId="1706288635" sldId="5158"/>
        </pc:sldMkLst>
      </pc:sldChg>
      <pc:sldChg chg="addSp modSp new del ord modAnim">
        <pc:chgData name="Daniel Eduardo Castaño Oliveros" userId="8c172cb2-ee2a-4f92-836e-344ac29e8fe6" providerId="ADAL" clId="{7AB4E8D4-87E5-4F8A-9FC7-630B11ACBD82}" dt="2024-02-27T19:24:43.475" v="2670" actId="47"/>
        <pc:sldMkLst>
          <pc:docMk/>
          <pc:sldMk cId="2810337307" sldId="5159"/>
        </pc:sldMkLst>
      </pc:sldChg>
      <pc:sldChg chg="addSp delSp modSp add del mod">
        <pc:chgData name="Daniel Eduardo Castaño Oliveros" userId="8c172cb2-ee2a-4f92-836e-344ac29e8fe6" providerId="ADAL" clId="{7AB4E8D4-87E5-4F8A-9FC7-630B11ACBD82}" dt="2024-03-26T15:26:34.453" v="5292" actId="20577"/>
        <pc:sldMkLst>
          <pc:docMk/>
          <pc:sldMk cId="2884895743" sldId="5217"/>
        </pc:sldMkLst>
      </pc:sldChg>
      <pc:sldChg chg="addSp delSp modSp add del mod ord modAnim modShow addCm modCm">
        <pc:chgData name="Daniel Eduardo Castaño Oliveros" userId="8c172cb2-ee2a-4f92-836e-344ac29e8fe6" providerId="ADAL" clId="{7AB4E8D4-87E5-4F8A-9FC7-630B11ACBD82}" dt="2024-03-19T18:59:06.777" v="3531"/>
        <pc:sldMkLst>
          <pc:docMk/>
          <pc:sldMk cId="1142313444" sldId="214570715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Daniel Eduardo Castaño Oliveros" userId="8c172cb2-ee2a-4f92-836e-344ac29e8fe6" providerId="ADAL" clId="{7AB4E8D4-87E5-4F8A-9FC7-630B11ACBD82}" dt="2024-02-27T19:23:54.632" v="2625" actId="2056"/>
              <pc2:cmMkLst xmlns:pc2="http://schemas.microsoft.com/office/powerpoint/2019/9/main/command">
                <pc:docMk/>
                <pc:sldMk cId="1142313444" sldId="2145707155"/>
                <pc2:cmMk id="{B35AFC6C-D6B0-4944-B4A5-94A2C298A32B}"/>
              </pc2:cmMkLst>
            </pc226:cmChg>
          </p:ext>
        </pc:extLst>
      </pc:sldChg>
      <pc:sldChg chg="delSp modSp add del mod">
        <pc:chgData name="Daniel Eduardo Castaño Oliveros" userId="8c172cb2-ee2a-4f92-836e-344ac29e8fe6" providerId="ADAL" clId="{7AB4E8D4-87E5-4F8A-9FC7-630B11ACBD82}" dt="2024-02-27T19:24:02.066" v="2627" actId="47"/>
        <pc:sldMkLst>
          <pc:docMk/>
          <pc:sldMk cId="2401428193" sldId="2145707156"/>
        </pc:sldMkLst>
      </pc:sldChg>
      <pc:sldChg chg="addSp delSp modSp new mod ord modAnim modShow">
        <pc:chgData name="Daniel Eduardo Castaño Oliveros" userId="8c172cb2-ee2a-4f92-836e-344ac29e8fe6" providerId="ADAL" clId="{7AB4E8D4-87E5-4F8A-9FC7-630B11ACBD82}" dt="2024-03-26T14:43:49.811" v="3661" actId="729"/>
        <pc:sldMkLst>
          <pc:docMk/>
          <pc:sldMk cId="1343678733" sldId="2145707157"/>
        </pc:sldMkLst>
      </pc:sldChg>
      <pc:sldChg chg="addSp modSp new del ord modAnim">
        <pc:chgData name="Daniel Eduardo Castaño Oliveros" userId="8c172cb2-ee2a-4f92-836e-344ac29e8fe6" providerId="ADAL" clId="{7AB4E8D4-87E5-4F8A-9FC7-630B11ACBD82}" dt="2024-02-27T19:01:52.910" v="2416" actId="47"/>
        <pc:sldMkLst>
          <pc:docMk/>
          <pc:sldMk cId="847849465" sldId="2145707158"/>
        </pc:sldMkLst>
      </pc:sldChg>
      <pc:sldChg chg="addSp delSp modSp new mod ord modAnim">
        <pc:chgData name="Daniel Eduardo Castaño Oliveros" userId="8c172cb2-ee2a-4f92-836e-344ac29e8fe6" providerId="ADAL" clId="{7AB4E8D4-87E5-4F8A-9FC7-630B11ACBD82}" dt="2024-02-27T18:32:09.748" v="2008" actId="20577"/>
        <pc:sldMkLst>
          <pc:docMk/>
          <pc:sldMk cId="203369476" sldId="2145707159"/>
        </pc:sldMkLst>
      </pc:sldChg>
      <pc:sldChg chg="addSp modSp new ord">
        <pc:chgData name="Daniel Eduardo Castaño Oliveros" userId="8c172cb2-ee2a-4f92-836e-344ac29e8fe6" providerId="ADAL" clId="{7AB4E8D4-87E5-4F8A-9FC7-630B11ACBD82}" dt="2024-02-27T18:20:09.671" v="1347"/>
        <pc:sldMkLst>
          <pc:docMk/>
          <pc:sldMk cId="3227950894" sldId="2145707160"/>
        </pc:sldMkLst>
      </pc:sldChg>
      <pc:sldChg chg="addSp modSp new ord">
        <pc:chgData name="Daniel Eduardo Castaño Oliveros" userId="8c172cb2-ee2a-4f92-836e-344ac29e8fe6" providerId="ADAL" clId="{7AB4E8D4-87E5-4F8A-9FC7-630B11ACBD82}" dt="2024-02-27T18:20:33.572" v="1353"/>
        <pc:sldMkLst>
          <pc:docMk/>
          <pc:sldMk cId="4196104673" sldId="2145707161"/>
        </pc:sldMkLst>
      </pc:sldChg>
      <pc:sldChg chg="add ord">
        <pc:chgData name="Daniel Eduardo Castaño Oliveros" userId="8c172cb2-ee2a-4f92-836e-344ac29e8fe6" providerId="ADAL" clId="{7AB4E8D4-87E5-4F8A-9FC7-630B11ACBD82}" dt="2024-02-27T18:21:06.049" v="1358"/>
        <pc:sldMkLst>
          <pc:docMk/>
          <pc:sldMk cId="1089302996" sldId="2145707162"/>
        </pc:sldMkLst>
      </pc:sldChg>
      <pc:sldChg chg="addSp delSp modSp new mod modAnim modShow">
        <pc:chgData name="Daniel Eduardo Castaño Oliveros" userId="8c172cb2-ee2a-4f92-836e-344ac29e8fe6" providerId="ADAL" clId="{7AB4E8D4-87E5-4F8A-9FC7-630B11ACBD82}" dt="2024-03-26T15:29:23.788" v="5294" actId="729"/>
        <pc:sldMkLst>
          <pc:docMk/>
          <pc:sldMk cId="2151345616" sldId="2145707163"/>
        </pc:sldMkLst>
      </pc:sldChg>
      <pc:sldChg chg="addSp modSp new mod modAnim">
        <pc:chgData name="Daniel Eduardo Castaño Oliveros" userId="8c172cb2-ee2a-4f92-836e-344ac29e8fe6" providerId="ADAL" clId="{7AB4E8D4-87E5-4F8A-9FC7-630B11ACBD82}" dt="2024-03-26T15:50:04.647" v="5631" actId="20577"/>
        <pc:sldMkLst>
          <pc:docMk/>
          <pc:sldMk cId="3663574253" sldId="2145707164"/>
        </pc:sldMkLst>
      </pc:sldChg>
      <pc:sldChg chg="addSp modSp add del mod ord">
        <pc:chgData name="Daniel Eduardo Castaño Oliveros" userId="8c172cb2-ee2a-4f92-836e-344ac29e8fe6" providerId="ADAL" clId="{7AB4E8D4-87E5-4F8A-9FC7-630B11ACBD82}" dt="2024-03-26T15:59:34.967" v="5828" actId="47"/>
        <pc:sldMkLst>
          <pc:docMk/>
          <pc:sldMk cId="1697843634" sldId="2145707165"/>
        </pc:sldMkLst>
      </pc:sldChg>
      <pc:sldChg chg="addSp modSp mod modAnim">
        <pc:chgData name="Daniel Eduardo Castaño Oliveros" userId="8c172cb2-ee2a-4f92-836e-344ac29e8fe6" providerId="ADAL" clId="{7AB4E8D4-87E5-4F8A-9FC7-630B11ACBD82}" dt="2024-03-26T15:54:01.465" v="5823" actId="20577"/>
        <pc:sldMkLst>
          <pc:docMk/>
          <pc:sldMk cId="4253553839" sldId="2145707166"/>
        </pc:sldMkLst>
      </pc:sldChg>
      <pc:sldChg chg="modSp mod">
        <pc:chgData name="Daniel Eduardo Castaño Oliveros" userId="8c172cb2-ee2a-4f92-836e-344ac29e8fe6" providerId="ADAL" clId="{7AB4E8D4-87E5-4F8A-9FC7-630B11ACBD82}" dt="2024-03-19T16:56:15.776" v="2851" actId="20577"/>
        <pc:sldMkLst>
          <pc:docMk/>
          <pc:sldMk cId="1070302747" sldId="2145707167"/>
        </pc:sldMkLst>
      </pc:sldChg>
      <pc:sldChg chg="del">
        <pc:chgData name="Daniel Eduardo Castaño Oliveros" userId="8c172cb2-ee2a-4f92-836e-344ac29e8fe6" providerId="ADAL" clId="{7AB4E8D4-87E5-4F8A-9FC7-630B11ACBD82}" dt="2024-03-19T16:56:05.845" v="2843" actId="47"/>
        <pc:sldMkLst>
          <pc:docMk/>
          <pc:sldMk cId="733248841" sldId="2145707168"/>
        </pc:sldMkLst>
      </pc:sldChg>
      <pc:sldChg chg="add del">
        <pc:chgData name="Daniel Eduardo Castaño Oliveros" userId="8c172cb2-ee2a-4f92-836e-344ac29e8fe6" providerId="ADAL" clId="{7AB4E8D4-87E5-4F8A-9FC7-630B11ACBD82}" dt="2024-03-26T15:04:47.020" v="4337" actId="47"/>
        <pc:sldMkLst>
          <pc:docMk/>
          <pc:sldMk cId="1618116726" sldId="2145707168"/>
        </pc:sldMkLst>
      </pc:sldChg>
      <pc:sldChg chg="new del">
        <pc:chgData name="Daniel Eduardo Castaño Oliveros" userId="8c172cb2-ee2a-4f92-836e-344ac29e8fe6" providerId="ADAL" clId="{7AB4E8D4-87E5-4F8A-9FC7-630B11ACBD82}" dt="2024-03-19T16:57:15.950" v="2888" actId="47"/>
        <pc:sldMkLst>
          <pc:docMk/>
          <pc:sldMk cId="3476080285" sldId="2145707168"/>
        </pc:sldMkLst>
      </pc:sldChg>
      <pc:sldChg chg="addSp modSp new del mod modAnim">
        <pc:chgData name="Daniel Eduardo Castaño Oliveros" userId="8c172cb2-ee2a-4f92-836e-344ac29e8fe6" providerId="ADAL" clId="{7AB4E8D4-87E5-4F8A-9FC7-630B11ACBD82}" dt="2024-03-19T19:50:38.019" v="3560" actId="47"/>
        <pc:sldMkLst>
          <pc:docMk/>
          <pc:sldMk cId="372680387" sldId="2145707169"/>
        </pc:sldMkLst>
      </pc:sldChg>
      <pc:sldChg chg="new del">
        <pc:chgData name="Daniel Eduardo Castaño Oliveros" userId="8c172cb2-ee2a-4f92-836e-344ac29e8fe6" providerId="ADAL" clId="{7AB4E8D4-87E5-4F8A-9FC7-630B11ACBD82}" dt="2024-03-19T19:50:27.292" v="3557" actId="47"/>
        <pc:sldMkLst>
          <pc:docMk/>
          <pc:sldMk cId="3588642377" sldId="2145707170"/>
        </pc:sldMkLst>
      </pc:sldChg>
      <pc:sldChg chg="new del">
        <pc:chgData name="Daniel Eduardo Castaño Oliveros" userId="8c172cb2-ee2a-4f92-836e-344ac29e8fe6" providerId="ADAL" clId="{7AB4E8D4-87E5-4F8A-9FC7-630B11ACBD82}" dt="2024-03-19T19:50:19.739" v="3555" actId="47"/>
        <pc:sldMkLst>
          <pc:docMk/>
          <pc:sldMk cId="3751041239" sldId="2145707170"/>
        </pc:sldMkLst>
      </pc:sldChg>
      <pc:sldChg chg="addSp modSp new mod modAnim">
        <pc:chgData name="Daniel Eduardo Castaño Oliveros" userId="8c172cb2-ee2a-4f92-836e-344ac29e8fe6" providerId="ADAL" clId="{7AB4E8D4-87E5-4F8A-9FC7-630B11ACBD82}" dt="2024-03-26T15:22:52.835" v="5240" actId="20577"/>
        <pc:sldMkLst>
          <pc:docMk/>
          <pc:sldMk cId="4184646383" sldId="2145707170"/>
        </pc:sldMkLst>
      </pc:sldChg>
      <pc:sldChg chg="addSp delSp modSp new mod ord modAnim">
        <pc:chgData name="Daniel Eduardo Castaño Oliveros" userId="8c172cb2-ee2a-4f92-836e-344ac29e8fe6" providerId="ADAL" clId="{7AB4E8D4-87E5-4F8A-9FC7-630B11ACBD82}" dt="2024-03-26T15:54:27.444" v="5827"/>
        <pc:sldMkLst>
          <pc:docMk/>
          <pc:sldMk cId="2441871676" sldId="2145707171"/>
        </pc:sldMkLst>
      </pc:sldChg>
      <pc:sldChg chg="new del">
        <pc:chgData name="Daniel Eduardo Castaño Oliveros" userId="8c172cb2-ee2a-4f92-836e-344ac29e8fe6" providerId="ADAL" clId="{7AB4E8D4-87E5-4F8A-9FC7-630B11ACBD82}" dt="2024-03-26T14:25:44.346" v="3575" actId="680"/>
        <pc:sldMkLst>
          <pc:docMk/>
          <pc:sldMk cId="3072116140" sldId="2145707171"/>
        </pc:sldMkLst>
      </pc:sldChg>
      <pc:sldChg chg="addSp delSp modSp new mod ord modAnim">
        <pc:chgData name="Daniel Eduardo Castaño Oliveros" userId="8c172cb2-ee2a-4f92-836e-344ac29e8fe6" providerId="ADAL" clId="{7AB4E8D4-87E5-4F8A-9FC7-630B11ACBD82}" dt="2024-03-26T15:04:07.923" v="4336" actId="1076"/>
        <pc:sldMkLst>
          <pc:docMk/>
          <pc:sldMk cId="3331785472" sldId="2145707172"/>
        </pc:sldMkLst>
      </pc:sldChg>
      <pc:sldChg chg="delSp modSp add mod">
        <pc:chgData name="Daniel Eduardo Castaño Oliveros" userId="8c172cb2-ee2a-4f92-836e-344ac29e8fe6" providerId="ADAL" clId="{7AB4E8D4-87E5-4F8A-9FC7-630B11ACBD82}" dt="2024-03-26T15:19:39.340" v="5228" actId="1076"/>
        <pc:sldMkLst>
          <pc:docMk/>
          <pc:sldMk cId="592244964" sldId="2145707173"/>
        </pc:sldMkLst>
      </pc:sldChg>
      <pc:sldChg chg="modSp add mod">
        <pc:chgData name="Daniel Eduardo Castaño Oliveros" userId="8c172cb2-ee2a-4f92-836e-344ac29e8fe6" providerId="ADAL" clId="{7AB4E8D4-87E5-4F8A-9FC7-630B11ACBD82}" dt="2024-03-26T15:53:53.088" v="5817" actId="20577"/>
        <pc:sldMkLst>
          <pc:docMk/>
          <pc:sldMk cId="3180293941" sldId="2145707174"/>
        </pc:sldMkLst>
      </pc:sldChg>
    </pc:docChg>
  </pc:docChgLst>
  <pc:docChgLst>
    <pc:chgData name="Valeria Suarez Mendoza" userId="9ba403d0-db7a-48d7-bddb-27717b870a9e" providerId="ADAL" clId="{B0DA5F95-07E6-4136-BB17-3C7335F6CBBE}"/>
    <pc:docChg chg="modSld">
      <pc:chgData name="Valeria Suarez Mendoza" userId="9ba403d0-db7a-48d7-bddb-27717b870a9e" providerId="ADAL" clId="{B0DA5F95-07E6-4136-BB17-3C7335F6CBBE}" dt="2023-11-01T21:30:06.025" v="158" actId="1076"/>
      <pc:docMkLst>
        <pc:docMk/>
      </pc:docMkLst>
      <pc:sldChg chg="modSp mod">
        <pc:chgData name="Valeria Suarez Mendoza" userId="9ba403d0-db7a-48d7-bddb-27717b870a9e" providerId="ADAL" clId="{B0DA5F95-07E6-4136-BB17-3C7335F6CBBE}" dt="2023-11-01T21:30:06.025" v="158" actId="1076"/>
        <pc:sldMkLst>
          <pc:docMk/>
          <pc:sldMk cId="3727021358" sldId="5153"/>
        </pc:sldMkLst>
      </pc:sldChg>
      <pc:sldChg chg="modSp mod">
        <pc:chgData name="Valeria Suarez Mendoza" userId="9ba403d0-db7a-48d7-bddb-27717b870a9e" providerId="ADAL" clId="{B0DA5F95-07E6-4136-BB17-3C7335F6CBBE}" dt="2023-11-01T21:20:24.412" v="84" actId="20577"/>
        <pc:sldMkLst>
          <pc:docMk/>
          <pc:sldMk cId="1610881191" sldId="5154"/>
        </pc:sldMkLst>
      </pc:sldChg>
      <pc:sldChg chg="modSp mod">
        <pc:chgData name="Valeria Suarez Mendoza" userId="9ba403d0-db7a-48d7-bddb-27717b870a9e" providerId="ADAL" clId="{B0DA5F95-07E6-4136-BB17-3C7335F6CBBE}" dt="2023-11-01T21:29:55.798" v="157" actId="20577"/>
        <pc:sldMkLst>
          <pc:docMk/>
          <pc:sldMk cId="2142911779" sldId="5155"/>
        </pc:sldMkLst>
      </pc:sldChg>
    </pc:docChg>
  </pc:docChgLst>
  <pc:docChgLst>
    <pc:chgData name="Daniel Eduardo Castaño Oliveros" userId="8c172cb2-ee2a-4f92-836e-344ac29e8fe6" providerId="ADAL" clId="{03D37FD1-5403-4592-BA8C-85E8B76B9A64}"/>
    <pc:docChg chg="undo custSel addSld delSld modSld sldOrd">
      <pc:chgData name="Daniel Eduardo Castaño Oliveros" userId="8c172cb2-ee2a-4f92-836e-344ac29e8fe6" providerId="ADAL" clId="{03D37FD1-5403-4592-BA8C-85E8B76B9A64}" dt="2024-04-01T22:34:35.252" v="3818" actId="20577"/>
      <pc:docMkLst>
        <pc:docMk/>
      </pc:docMkLst>
      <pc:sldChg chg="modSp mod ord">
        <pc:chgData name="Daniel Eduardo Castaño Oliveros" userId="8c172cb2-ee2a-4f92-836e-344ac29e8fe6" providerId="ADAL" clId="{03D37FD1-5403-4592-BA8C-85E8B76B9A64}" dt="2024-04-01T14:49:55.502" v="72" actId="1076"/>
        <pc:sldMkLst>
          <pc:docMk/>
          <pc:sldMk cId="582305926" sldId="271"/>
        </pc:sldMkLst>
      </pc:sldChg>
      <pc:sldChg chg="modSp mod">
        <pc:chgData name="Daniel Eduardo Castaño Oliveros" userId="8c172cb2-ee2a-4f92-836e-344ac29e8fe6" providerId="ADAL" clId="{03D37FD1-5403-4592-BA8C-85E8B76B9A64}" dt="2024-04-01T15:11:26.448" v="217" actId="1076"/>
        <pc:sldMkLst>
          <pc:docMk/>
          <pc:sldMk cId="2884895743" sldId="5217"/>
        </pc:sldMkLst>
      </pc:sldChg>
      <pc:sldChg chg="modSp mod ord">
        <pc:chgData name="Daniel Eduardo Castaño Oliveros" userId="8c172cb2-ee2a-4f92-836e-344ac29e8fe6" providerId="ADAL" clId="{03D37FD1-5403-4592-BA8C-85E8B76B9A64}" dt="2024-04-01T16:32:49.713" v="228"/>
        <pc:sldMkLst>
          <pc:docMk/>
          <pc:sldMk cId="1089302996" sldId="2145707162"/>
        </pc:sldMkLst>
      </pc:sldChg>
      <pc:sldChg chg="del">
        <pc:chgData name="Daniel Eduardo Castaño Oliveros" userId="8c172cb2-ee2a-4f92-836e-344ac29e8fe6" providerId="ADAL" clId="{03D37FD1-5403-4592-BA8C-85E8B76B9A64}" dt="2024-04-01T16:32:16.244" v="223" actId="47"/>
        <pc:sldMkLst>
          <pc:docMk/>
          <pc:sldMk cId="3184955775" sldId="2145707175"/>
        </pc:sldMkLst>
      </pc:sldChg>
      <pc:sldChg chg="modSp del mod">
        <pc:chgData name="Daniel Eduardo Castaño Oliveros" userId="8c172cb2-ee2a-4f92-836e-344ac29e8fe6" providerId="ADAL" clId="{03D37FD1-5403-4592-BA8C-85E8B76B9A64}" dt="2024-04-01T16:32:18.717" v="224" actId="47"/>
        <pc:sldMkLst>
          <pc:docMk/>
          <pc:sldMk cId="2406494605" sldId="2145707176"/>
        </pc:sldMkLst>
      </pc:sldChg>
      <pc:sldChg chg="modSp mod ord">
        <pc:chgData name="Daniel Eduardo Castaño Oliveros" userId="8c172cb2-ee2a-4f92-836e-344ac29e8fe6" providerId="ADAL" clId="{03D37FD1-5403-4592-BA8C-85E8B76B9A64}" dt="2024-04-01T19:58:42.663" v="1688" actId="1036"/>
        <pc:sldMkLst>
          <pc:docMk/>
          <pc:sldMk cId="2799155186" sldId="2145707177"/>
        </pc:sldMkLst>
      </pc:sldChg>
      <pc:sldChg chg="modSp mod modShow">
        <pc:chgData name="Daniel Eduardo Castaño Oliveros" userId="8c172cb2-ee2a-4f92-836e-344ac29e8fe6" providerId="ADAL" clId="{03D37FD1-5403-4592-BA8C-85E8B76B9A64}" dt="2024-04-01T14:48:54.542" v="2" actId="729"/>
        <pc:sldMkLst>
          <pc:docMk/>
          <pc:sldMk cId="643755195" sldId="2145707178"/>
        </pc:sldMkLst>
      </pc:sldChg>
      <pc:sldChg chg="addSp delSp modSp new mod">
        <pc:chgData name="Daniel Eduardo Castaño Oliveros" userId="8c172cb2-ee2a-4f92-836e-344ac29e8fe6" providerId="ADAL" clId="{03D37FD1-5403-4592-BA8C-85E8B76B9A64}" dt="2024-04-01T15:09:31.048" v="177" actId="20577"/>
        <pc:sldMkLst>
          <pc:docMk/>
          <pc:sldMk cId="1289534476" sldId="2145707180"/>
        </pc:sldMkLst>
      </pc:sldChg>
      <pc:sldChg chg="addSp delSp modSp new del mod">
        <pc:chgData name="Daniel Eduardo Castaño Oliveros" userId="8c172cb2-ee2a-4f92-836e-344ac29e8fe6" providerId="ADAL" clId="{03D37FD1-5403-4592-BA8C-85E8B76B9A64}" dt="2024-04-01T15:04:22.128" v="115" actId="47"/>
        <pc:sldMkLst>
          <pc:docMk/>
          <pc:sldMk cId="991680216" sldId="2145707181"/>
        </pc:sldMkLst>
      </pc:sldChg>
      <pc:sldChg chg="addSp delSp modSp new mod ord">
        <pc:chgData name="Daniel Eduardo Castaño Oliveros" userId="8c172cb2-ee2a-4f92-836e-344ac29e8fe6" providerId="ADAL" clId="{03D37FD1-5403-4592-BA8C-85E8B76B9A64}" dt="2024-04-01T21:36:28.580" v="3110" actId="14100"/>
        <pc:sldMkLst>
          <pc:docMk/>
          <pc:sldMk cId="3550567662" sldId="2145707181"/>
        </pc:sldMkLst>
      </pc:sldChg>
      <pc:sldChg chg="addSp delSp modSp new mod ord">
        <pc:chgData name="Daniel Eduardo Castaño Oliveros" userId="8c172cb2-ee2a-4f92-836e-344ac29e8fe6" providerId="ADAL" clId="{03D37FD1-5403-4592-BA8C-85E8B76B9A64}" dt="2024-04-01T21:50:33.478" v="3559"/>
        <pc:sldMkLst>
          <pc:docMk/>
          <pc:sldMk cId="183274463" sldId="2145707182"/>
        </pc:sldMkLst>
      </pc:sldChg>
      <pc:sldChg chg="addSp delSp modSp add del mod">
        <pc:chgData name="Daniel Eduardo Castaño Oliveros" userId="8c172cb2-ee2a-4f92-836e-344ac29e8fe6" providerId="ADAL" clId="{03D37FD1-5403-4592-BA8C-85E8B76B9A64}" dt="2024-04-01T17:34:28.674" v="1503" actId="47"/>
        <pc:sldMkLst>
          <pc:docMk/>
          <pc:sldMk cId="2486095355" sldId="2145707183"/>
        </pc:sldMkLst>
      </pc:sldChg>
      <pc:sldChg chg="addSp delSp modSp new mod">
        <pc:chgData name="Daniel Eduardo Castaño Oliveros" userId="8c172cb2-ee2a-4f92-836e-344ac29e8fe6" providerId="ADAL" clId="{03D37FD1-5403-4592-BA8C-85E8B76B9A64}" dt="2024-04-01T21:31:31.752" v="2938" actId="207"/>
        <pc:sldMkLst>
          <pc:docMk/>
          <pc:sldMk cId="3562345687" sldId="2145707183"/>
        </pc:sldMkLst>
      </pc:sldChg>
      <pc:sldChg chg="addSp modSp new mod">
        <pc:chgData name="Daniel Eduardo Castaño Oliveros" userId="8c172cb2-ee2a-4f92-836e-344ac29e8fe6" providerId="ADAL" clId="{03D37FD1-5403-4592-BA8C-85E8B76B9A64}" dt="2024-04-01T20:40:21.037" v="2754" actId="1076"/>
        <pc:sldMkLst>
          <pc:docMk/>
          <pc:sldMk cId="1271714176" sldId="2145707184"/>
        </pc:sldMkLst>
      </pc:sldChg>
      <pc:sldChg chg="addSp modSp new del mod">
        <pc:chgData name="Daniel Eduardo Castaño Oliveros" userId="8c172cb2-ee2a-4f92-836e-344ac29e8fe6" providerId="ADAL" clId="{03D37FD1-5403-4592-BA8C-85E8B76B9A64}" dt="2024-04-01T20:04:02.845" v="1852" actId="47"/>
        <pc:sldMkLst>
          <pc:docMk/>
          <pc:sldMk cId="2226473654" sldId="2145707184"/>
        </pc:sldMkLst>
      </pc:sldChg>
      <pc:sldChg chg="addSp modSp new mod">
        <pc:chgData name="Daniel Eduardo Castaño Oliveros" userId="8c172cb2-ee2a-4f92-836e-344ac29e8fe6" providerId="ADAL" clId="{03D37FD1-5403-4592-BA8C-85E8B76B9A64}" dt="2024-04-01T20:51:32.311" v="2758" actId="14100"/>
        <pc:sldMkLst>
          <pc:docMk/>
          <pc:sldMk cId="2015044764" sldId="2145707185"/>
        </pc:sldMkLst>
      </pc:sldChg>
      <pc:sldChg chg="modSp add mod modShow">
        <pc:chgData name="Daniel Eduardo Castaño Oliveros" userId="8c172cb2-ee2a-4f92-836e-344ac29e8fe6" providerId="ADAL" clId="{03D37FD1-5403-4592-BA8C-85E8B76B9A64}" dt="2024-04-01T21:36:48.801" v="3111" actId="729"/>
        <pc:sldMkLst>
          <pc:docMk/>
          <pc:sldMk cId="1213896055" sldId="2145707186"/>
        </pc:sldMkLst>
      </pc:sldChg>
      <pc:sldChg chg="addSp delSp modSp new mod ord">
        <pc:chgData name="Daniel Eduardo Castaño Oliveros" userId="8c172cb2-ee2a-4f92-836e-344ac29e8fe6" providerId="ADAL" clId="{03D37FD1-5403-4592-BA8C-85E8B76B9A64}" dt="2024-04-01T22:34:35.252" v="3818" actId="20577"/>
        <pc:sldMkLst>
          <pc:docMk/>
          <pc:sldMk cId="2297667810" sldId="2145707187"/>
        </pc:sldMkLst>
      </pc:sldChg>
    </pc:docChg>
  </pc:docChgLst>
  <pc:docChgLst>
    <pc:chgData name="Daniel Eduardo Castaño Oliveros" userId="8c172cb2-ee2a-4f92-836e-344ac29e8fe6" providerId="ADAL" clId="{E1404C03-2C6A-4242-BD03-41A824D49CEB}"/>
    <pc:docChg chg="undo custSel addSld delSld modSld sldOrd">
      <pc:chgData name="Daniel Eduardo Castaño Oliveros" userId="8c172cb2-ee2a-4f92-836e-344ac29e8fe6" providerId="ADAL" clId="{E1404C03-2C6A-4242-BD03-41A824D49CEB}" dt="2024-03-18T18:25:06.090" v="577" actId="20577"/>
      <pc:docMkLst>
        <pc:docMk/>
      </pc:docMkLst>
      <pc:sldChg chg="modSp mod">
        <pc:chgData name="Daniel Eduardo Castaño Oliveros" userId="8c172cb2-ee2a-4f92-836e-344ac29e8fe6" providerId="ADAL" clId="{E1404C03-2C6A-4242-BD03-41A824D49CEB}" dt="2024-03-18T14:58:29.659" v="0" actId="14100"/>
        <pc:sldMkLst>
          <pc:docMk/>
          <pc:sldMk cId="1343678733" sldId="2145707157"/>
        </pc:sldMkLst>
      </pc:sldChg>
      <pc:sldChg chg="addSp modSp new modAnim">
        <pc:chgData name="Daniel Eduardo Castaño Oliveros" userId="8c172cb2-ee2a-4f92-836e-344ac29e8fe6" providerId="ADAL" clId="{E1404C03-2C6A-4242-BD03-41A824D49CEB}" dt="2024-03-18T18:23:32.719" v="450" actId="20577"/>
        <pc:sldMkLst>
          <pc:docMk/>
          <pc:sldMk cId="1697843634" sldId="2145707165"/>
        </pc:sldMkLst>
      </pc:sldChg>
      <pc:sldChg chg="new">
        <pc:chgData name="Daniel Eduardo Castaño Oliveros" userId="8c172cb2-ee2a-4f92-836e-344ac29e8fe6" providerId="ADAL" clId="{E1404C03-2C6A-4242-BD03-41A824D49CEB}" dt="2024-03-18T14:58:45.982" v="2" actId="680"/>
        <pc:sldMkLst>
          <pc:docMk/>
          <pc:sldMk cId="4253553839" sldId="2145707166"/>
        </pc:sldMkLst>
      </pc:sldChg>
      <pc:sldChg chg="addSp delSp modSp add mod">
        <pc:chgData name="Daniel Eduardo Castaño Oliveros" userId="8c172cb2-ee2a-4f92-836e-344ac29e8fe6" providerId="ADAL" clId="{E1404C03-2C6A-4242-BD03-41A824D49CEB}" dt="2024-03-18T16:53:47.920" v="37" actId="478"/>
        <pc:sldMkLst>
          <pc:docMk/>
          <pc:sldMk cId="1070302747" sldId="2145707167"/>
        </pc:sldMkLst>
      </pc:sldChg>
      <pc:sldChg chg="new del">
        <pc:chgData name="Daniel Eduardo Castaño Oliveros" userId="8c172cb2-ee2a-4f92-836e-344ac29e8fe6" providerId="ADAL" clId="{E1404C03-2C6A-4242-BD03-41A824D49CEB}" dt="2024-03-18T18:23:40.829" v="452" actId="680"/>
        <pc:sldMkLst>
          <pc:docMk/>
          <pc:sldMk cId="541622775" sldId="2145707168"/>
        </pc:sldMkLst>
      </pc:sldChg>
      <pc:sldChg chg="addSp modSp new ord modAnim">
        <pc:chgData name="Daniel Eduardo Castaño Oliveros" userId="8c172cb2-ee2a-4f92-836e-344ac29e8fe6" providerId="ADAL" clId="{E1404C03-2C6A-4242-BD03-41A824D49CEB}" dt="2024-03-18T18:25:06.090" v="577" actId="20577"/>
        <pc:sldMkLst>
          <pc:docMk/>
          <pc:sldMk cId="733248841" sldId="2145707168"/>
        </pc:sldMkLst>
      </pc:sldChg>
    </pc:docChg>
  </pc:docChgLst>
  <pc:docChgLst>
    <pc:chgData name="Valeria Suarez Mendoza" userId="9ba403d0-db7a-48d7-bddb-27717b870a9e" providerId="ADAL" clId="{867AD026-A87A-4CAD-B05D-D0CDBA9CB302}"/>
    <pc:docChg chg="modSld">
      <pc:chgData name="Valeria Suarez Mendoza" userId="9ba403d0-db7a-48d7-bddb-27717b870a9e" providerId="ADAL" clId="{867AD026-A87A-4CAD-B05D-D0CDBA9CB302}" dt="2023-08-22T16:34:49.883" v="11" actId="27918"/>
      <pc:docMkLst>
        <pc:docMk/>
      </pc:docMkLst>
      <pc:sldChg chg="modSp mod">
        <pc:chgData name="Valeria Suarez Mendoza" userId="9ba403d0-db7a-48d7-bddb-27717b870a9e" providerId="ADAL" clId="{867AD026-A87A-4CAD-B05D-D0CDBA9CB302}" dt="2023-08-14T21:32:31.765" v="2" actId="2711"/>
        <pc:sldMkLst>
          <pc:docMk/>
          <pc:sldMk cId="3727021358" sldId="5153"/>
        </pc:sldMkLst>
      </pc:sldChg>
      <pc:sldChg chg="mod">
        <pc:chgData name="Valeria Suarez Mendoza" userId="9ba403d0-db7a-48d7-bddb-27717b870a9e" providerId="ADAL" clId="{867AD026-A87A-4CAD-B05D-D0CDBA9CB302}" dt="2023-08-22T15:58:45.711" v="6" actId="27918"/>
        <pc:sldMkLst>
          <pc:docMk/>
          <pc:sldMk cId="1610881191" sldId="5154"/>
        </pc:sldMkLst>
      </pc:sldChg>
      <pc:sldChg chg="mod">
        <pc:chgData name="Valeria Suarez Mendoza" userId="9ba403d0-db7a-48d7-bddb-27717b870a9e" providerId="ADAL" clId="{867AD026-A87A-4CAD-B05D-D0CDBA9CB302}" dt="2023-08-22T16:34:49.883" v="11" actId="27918"/>
        <pc:sldMkLst>
          <pc:docMk/>
          <pc:sldMk cId="2142911779" sldId="5155"/>
        </pc:sldMkLst>
      </pc:sldChg>
    </pc:docChg>
  </pc:docChgLst>
  <pc:docChgLst>
    <pc:chgData name="Daniel Eduardo Castaño Oliveros" userId="8c172cb2-ee2a-4f92-836e-344ac29e8fe6" providerId="ADAL" clId="{36C00EB4-8B8D-4A96-A492-6D8F5AB11450}"/>
    <pc:docChg chg="modSld">
      <pc:chgData name="Daniel Eduardo Castaño Oliveros" userId="8c172cb2-ee2a-4f92-836e-344ac29e8fe6" providerId="ADAL" clId="{36C00EB4-8B8D-4A96-A492-6D8F5AB11450}" dt="2024-07-11T19:55:09.683" v="3" actId="1076"/>
      <pc:docMkLst>
        <pc:docMk/>
      </pc:docMkLst>
      <pc:sldChg chg="addSp modSp mod">
        <pc:chgData name="Daniel Eduardo Castaño Oliveros" userId="8c172cb2-ee2a-4f92-836e-344ac29e8fe6" providerId="ADAL" clId="{36C00EB4-8B8D-4A96-A492-6D8F5AB11450}" dt="2024-07-11T19:55:09.683" v="3" actId="1076"/>
        <pc:sldMkLst>
          <pc:docMk/>
          <pc:sldMk cId="2297667810" sldId="21457071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5D0CB-FAF2-42F4-B144-DF82512A7933}" type="datetimeFigureOut">
              <a:rPr lang="es-CO" smtClean="0"/>
              <a:t>2/01/2025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432F9-43D6-4B4A-B32F-B9A5564E3B7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9806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AEED10-C6BD-574F-964A-15FA67694B90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102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emf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5_Diapositiva de título">
    <p:bg>
      <p:bgPr>
        <a:gradFill>
          <a:gsLst>
            <a:gs pos="0">
              <a:srgbClr val="FAFAFA"/>
            </a:gs>
            <a:gs pos="100000">
              <a:srgbClr val="66D6B8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7E4E2C-E4CB-8020-C7EB-CDFFE35E6197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66D6B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A51D9A2A-5BDE-D541-DF6F-790C0931F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204091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bg>
      <p:bgPr>
        <a:gradFill>
          <a:gsLst>
            <a:gs pos="0">
              <a:srgbClr val="FAFAFA"/>
            </a:gs>
            <a:gs pos="100000">
              <a:srgbClr val="5E26B5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121EE4BE-A618-64E2-B849-23FD171A28EE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70BD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208902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Diapositiva de título">
    <p:bg>
      <p:bgPr>
        <a:gradFill>
          <a:gsLst>
            <a:gs pos="0">
              <a:srgbClr val="FAFAFA"/>
            </a:gs>
            <a:gs pos="100000">
              <a:srgbClr val="5E26B5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B0FC2EF7-EBD2-17C2-1A52-83B663273280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70BD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61DB02B-F97E-5D9B-62B3-AB1766787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388775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Diapositiva de título">
    <p:bg>
      <p:bgPr>
        <a:gradFill>
          <a:gsLst>
            <a:gs pos="0">
              <a:srgbClr val="FAFAFA"/>
            </a:gs>
            <a:gs pos="100000">
              <a:srgbClr val="5E26B5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EFD9BB32-BB4B-81EA-E66B-CEC49780A7EA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70BD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8D931BA4-6EA8-8EC1-6009-934094882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971287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a de título">
    <p:bg>
      <p:bgPr>
        <a:gradFill>
          <a:gsLst>
            <a:gs pos="0">
              <a:srgbClr val="FAFAFA"/>
            </a:gs>
            <a:gs pos="100000">
              <a:srgbClr val="70BDFF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3F2F57-CFA1-4AD2-89D8-8C946339916A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70BD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5450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Diapositiva de título">
    <p:bg>
      <p:bgPr>
        <a:gradFill>
          <a:gsLst>
            <a:gs pos="0">
              <a:srgbClr val="FAFAFA"/>
            </a:gs>
            <a:gs pos="100000">
              <a:srgbClr val="70BDFF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4778EC-5856-2204-59B6-A43039E734E2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70BD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D792AA6C-AC61-0309-318D-E691567E7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7625047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Diapositiva de título">
    <p:bg>
      <p:bgPr>
        <a:gradFill>
          <a:gsLst>
            <a:gs pos="0">
              <a:srgbClr val="FAFAFA"/>
            </a:gs>
            <a:gs pos="100000">
              <a:srgbClr val="70BDFF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F923EA-F7DC-1B11-A392-CD5D9DA47A54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70BD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CE7E1C82-9BB9-7C29-8ADD-1982E3EE4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280283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apositiva de título">
    <p:bg>
      <p:bgPr>
        <a:gradFill>
          <a:gsLst>
            <a:gs pos="0">
              <a:srgbClr val="FAFAFA"/>
            </a:gs>
            <a:gs pos="100000">
              <a:srgbClr val="99DD3A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F8DAAE-31C0-8D8D-2212-76F49CC04B5E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66D6B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1394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3_Diapositiva de título">
    <p:bg>
      <p:bgPr>
        <a:gradFill>
          <a:gsLst>
            <a:gs pos="0">
              <a:srgbClr val="FAFAFA"/>
            </a:gs>
            <a:gs pos="100000">
              <a:srgbClr val="99DD3A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A375D-9361-BB9F-8109-14C731899F34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66D6B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0CA01984-08DB-ADFC-990B-CEE66C906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53178078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4_Diapositiva de título">
    <p:bg>
      <p:bgPr>
        <a:gradFill>
          <a:gsLst>
            <a:gs pos="0">
              <a:srgbClr val="FAFAFA"/>
            </a:gs>
            <a:gs pos="100000">
              <a:srgbClr val="99DD3A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CFA798-D2EE-D08A-60B2-6F4C17429B1B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66D6B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FC08FC23-9040-E151-810F-6E7E76D31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689957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iapositiva de título">
    <p:bg>
      <p:bgPr>
        <a:gradFill>
          <a:gsLst>
            <a:gs pos="0">
              <a:srgbClr val="FAFAFA"/>
            </a:gs>
            <a:gs pos="100000">
              <a:srgbClr val="66D6B8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328506-9FF2-CFF8-14DC-599BB94132D3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66D6B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352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5_Diapositiva de título">
    <p:bg>
      <p:bgPr>
        <a:gradFill>
          <a:gsLst>
            <a:gs pos="0">
              <a:srgbClr val="FAFAFA"/>
            </a:gs>
            <a:gs pos="100000">
              <a:srgbClr val="66D6B8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21F3DE-CACB-C214-E051-036E09B4E71E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66D6B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8F445F4C-7BEC-4156-1FB8-D26F26D27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20702988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6_Diapositiva de título">
    <p:bg>
      <p:bgPr>
        <a:gradFill>
          <a:gsLst>
            <a:gs pos="0">
              <a:srgbClr val="FAFAFA"/>
            </a:gs>
            <a:gs pos="100000">
              <a:srgbClr val="66D6B8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E70FE2-D5F0-0029-0289-F13D1AD32E53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66D6B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AD1F14F1-8570-07F2-A4B7-7C8B4AE47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6030363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Diapositiva de título">
    <p:bg>
      <p:bgPr>
        <a:gradFill>
          <a:gsLst>
            <a:gs pos="0">
              <a:srgbClr val="FAFAFA"/>
            </a:gs>
            <a:gs pos="100000">
              <a:srgbClr val="F2661F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5E9BE1-186E-40C6-186A-4AF3C3CAE7D2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F2661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3561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7_Diapositiva de título">
    <p:bg>
      <p:bgPr>
        <a:gradFill>
          <a:gsLst>
            <a:gs pos="0">
              <a:srgbClr val="FAFAFA"/>
            </a:gs>
            <a:gs pos="100000">
              <a:srgbClr val="F2661F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F9D6D8-8091-A202-2301-B9F8A70D237F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F2661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BD921444-A785-83FF-A2A7-927B9DC41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21416040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8_Diapositiva de título">
    <p:bg>
      <p:bgPr>
        <a:gradFill>
          <a:gsLst>
            <a:gs pos="0">
              <a:srgbClr val="FAFAFA"/>
            </a:gs>
            <a:gs pos="100000">
              <a:srgbClr val="F2661F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24AA7B-FF47-DD95-9093-CB8151B91EC4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F2661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A10DC861-1C5F-51CD-3922-87C9CE3BA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541201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Diapositiva de título">
    <p:bg>
      <p:bgPr>
        <a:gradFill>
          <a:gsLst>
            <a:gs pos="0">
              <a:srgbClr val="FAFAFA"/>
            </a:gs>
            <a:gs pos="100000">
              <a:srgbClr val="F00073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2B0ED805-2661-D458-800C-B7EE6F46EEAD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F2661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51846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9_Diapositiva de título">
    <p:bg>
      <p:bgPr>
        <a:gradFill>
          <a:gsLst>
            <a:gs pos="0">
              <a:srgbClr val="FAFAFA"/>
            </a:gs>
            <a:gs pos="100000">
              <a:srgbClr val="F00073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2A89438-62F8-43A6-A3CB-1665E3C01C0E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F2661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1">
            <a:extLst>
              <a:ext uri="{FF2B5EF4-FFF2-40B4-BE49-F238E27FC236}">
                <a16:creationId xmlns:a16="http://schemas.microsoft.com/office/drawing/2014/main" id="{1EB915AD-DBB4-4103-63B5-4A75F1B24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3616691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0_Diapositiva de título">
    <p:bg>
      <p:bgPr>
        <a:gradFill>
          <a:gsLst>
            <a:gs pos="0">
              <a:srgbClr val="FAFAFA"/>
            </a:gs>
            <a:gs pos="100000">
              <a:srgbClr val="F00073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B3281098-306E-FAE0-2AFA-3BDB3B46E256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F2661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1">
            <a:extLst>
              <a:ext uri="{FF2B5EF4-FFF2-40B4-BE49-F238E27FC236}">
                <a16:creationId xmlns:a16="http://schemas.microsoft.com/office/drawing/2014/main" id="{04E9A7C6-63C1-69FC-6716-C77A16E52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50691459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Diapositiva de título">
    <p:bg>
      <p:bgPr>
        <a:gradFill>
          <a:gsLst>
            <a:gs pos="0">
              <a:srgbClr val="FAFAFA"/>
            </a:gs>
            <a:gs pos="100000">
              <a:srgbClr val="284096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393CB1FF-DB7A-EBEB-3C73-DC333F8E5AAA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28409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163518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1_Diapositiva de título">
    <p:bg>
      <p:bgPr>
        <a:gradFill>
          <a:gsLst>
            <a:gs pos="0">
              <a:srgbClr val="FAFAFA"/>
            </a:gs>
            <a:gs pos="100000">
              <a:srgbClr val="284096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5C72A20-5863-9AF4-E244-1282221092F9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28409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572DC8A6-3C82-6071-EF57-0E33BAA6D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2860103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2_Diapositiva de título">
    <p:bg>
      <p:bgPr>
        <a:gradFill>
          <a:gsLst>
            <a:gs pos="0">
              <a:srgbClr val="FAFAFA"/>
            </a:gs>
            <a:gs pos="100000">
              <a:srgbClr val="284096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009FD2D7-3395-9BB1-9574-C1F71811101A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28409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1">
            <a:extLst>
              <a:ext uri="{FF2B5EF4-FFF2-40B4-BE49-F238E27FC236}">
                <a16:creationId xmlns:a16="http://schemas.microsoft.com/office/drawing/2014/main" id="{390F7485-AEAC-3097-4D99-9E8E83489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4024362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Diapositiva de título">
    <p:bg>
      <p:bgPr>
        <a:gradFill>
          <a:gsLst>
            <a:gs pos="0">
              <a:srgbClr val="FAFAFA"/>
            </a:gs>
            <a:gs pos="100000">
              <a:srgbClr val="5E26B5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F9149E0D-D284-AF0D-40D1-A8E9AA07C79C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28409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41685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3_Diapositiva de título">
    <p:bg>
      <p:bgPr>
        <a:gradFill>
          <a:gsLst>
            <a:gs pos="0">
              <a:srgbClr val="FAFAFA"/>
            </a:gs>
            <a:gs pos="100000">
              <a:srgbClr val="5E26B5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04BD0261-380B-7659-2AD2-745AC322B26A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28409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1">
            <a:extLst>
              <a:ext uri="{FF2B5EF4-FFF2-40B4-BE49-F238E27FC236}">
                <a16:creationId xmlns:a16="http://schemas.microsoft.com/office/drawing/2014/main" id="{323604B4-AB02-AB8A-B931-E1352F70C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5634899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4_Diapositiva de título">
    <p:bg>
      <p:bgPr>
        <a:gradFill>
          <a:gsLst>
            <a:gs pos="0">
              <a:srgbClr val="FAFAFA"/>
            </a:gs>
            <a:gs pos="100000">
              <a:srgbClr val="5E26B5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DB34EF30-866B-73A7-90A3-A496F56E7E4E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28409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1">
            <a:extLst>
              <a:ext uri="{FF2B5EF4-FFF2-40B4-BE49-F238E27FC236}">
                <a16:creationId xmlns:a16="http://schemas.microsoft.com/office/drawing/2014/main" id="{B19CE882-F9ED-2158-934E-5B981DE16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878121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Diapositiva de título">
    <p:bg>
      <p:bgPr>
        <a:gradFill>
          <a:gsLst>
            <a:gs pos="0">
              <a:srgbClr val="284096"/>
            </a:gs>
            <a:gs pos="100000">
              <a:srgbClr val="12176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58D0E6-71E2-63EC-4123-A2A2F44BA5B0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28409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5792357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5_Diapositiva de título">
    <p:bg>
      <p:bgPr>
        <a:gradFill>
          <a:gsLst>
            <a:gs pos="0">
              <a:srgbClr val="284096"/>
            </a:gs>
            <a:gs pos="100000">
              <a:srgbClr val="12176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073F99-E5A9-EE2A-005B-4EB299E9CCEE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28409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7EF9E81B-D9B8-8328-1075-195DCA7ED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7745256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Diapositiva de título">
    <p:bg>
      <p:bgPr>
        <a:gradFill>
          <a:gsLst>
            <a:gs pos="0">
              <a:srgbClr val="284096"/>
            </a:gs>
            <a:gs pos="100000">
              <a:srgbClr val="5E26B5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C2EB03-6278-FABC-243A-5D480D565192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28409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19994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6_Diapositiva de título">
    <p:bg>
      <p:bgPr>
        <a:gradFill>
          <a:gsLst>
            <a:gs pos="0">
              <a:srgbClr val="284096"/>
            </a:gs>
            <a:gs pos="100000">
              <a:srgbClr val="5E26B5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415443-A606-FE79-6940-EDDAA3AAA59C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28409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063B2E5F-D715-361E-0D2F-D6238C943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8628444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Diapositiva de título">
    <p:bg>
      <p:bgPr>
        <a:gradFill>
          <a:gsLst>
            <a:gs pos="0">
              <a:srgbClr val="70BDFF"/>
            </a:gs>
            <a:gs pos="100000">
              <a:srgbClr val="5E26B5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0BC05C-746F-8E5D-857B-562D180F26DD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70BD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1603169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7_Diapositiva de título">
    <p:bg>
      <p:bgPr>
        <a:gradFill>
          <a:gsLst>
            <a:gs pos="0">
              <a:srgbClr val="70BDFF"/>
            </a:gs>
            <a:gs pos="100000">
              <a:srgbClr val="5E26B5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9AD6BD-4577-B868-FA10-108B95B980AD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70BD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A4836D8F-5ED3-B1FA-C173-C509F356E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247050056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Diapositiva de título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D165A8-82ED-0FB1-D1FD-FA010D27E6F9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gradFill>
            <a:gsLst>
              <a:gs pos="0">
                <a:srgbClr val="F2661F"/>
              </a:gs>
              <a:gs pos="100000">
                <a:srgbClr val="F00073"/>
              </a:gs>
            </a:gsLst>
            <a:lin ang="5400000"/>
          </a:gradFill>
          <a:ln w="127001" cap="flat">
            <a:solidFill>
              <a:srgbClr val="F2661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4009486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8_Diapositiva de título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EA9A9B-52FD-149E-807E-E809FD193FF8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gradFill>
            <a:gsLst>
              <a:gs pos="0">
                <a:srgbClr val="F2661F"/>
              </a:gs>
              <a:gs pos="100000">
                <a:srgbClr val="F00073"/>
              </a:gs>
            </a:gsLst>
            <a:lin ang="5400000"/>
          </a:gradFill>
          <a:ln w="127001" cap="flat">
            <a:solidFill>
              <a:srgbClr val="F2661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5DD5DF0-C029-62F1-BB00-845764CE6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3683036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Diapositiva de título">
    <p:bg>
      <p:bgPr>
        <a:gradFill>
          <a:gsLst>
            <a:gs pos="0">
              <a:srgbClr val="66D6B8"/>
            </a:gs>
            <a:gs pos="100000">
              <a:srgbClr val="99DD3A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B525A0-E0A1-3C8C-3E1A-8D765F254A62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66D6B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8451696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9_Diapositiva de título">
    <p:bg>
      <p:bgPr>
        <a:gradFill>
          <a:gsLst>
            <a:gs pos="0">
              <a:srgbClr val="66D6B8"/>
            </a:gs>
            <a:gs pos="100000">
              <a:srgbClr val="99DD3A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7E66EA-678E-CF5D-48ED-581CF574A04A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66D6B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81F8B8D4-C051-CDC3-978D-D24D53B20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4898163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Diapositiva de título">
    <p:bg>
      <p:bgPr>
        <a:gradFill>
          <a:gsLst>
            <a:gs pos="0">
              <a:srgbClr val="FAFAFA"/>
            </a:gs>
            <a:gs pos="100000">
              <a:srgbClr val="284096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B59180-B929-DF2C-EC5E-8ACFF42D2BF8}"/>
              </a:ext>
            </a:extLst>
          </p:cNvPr>
          <p:cNvSpPr/>
          <p:nvPr/>
        </p:nvSpPr>
        <p:spPr>
          <a:xfrm>
            <a:off x="8112127" y="62343"/>
            <a:ext cx="4079879" cy="6795656"/>
          </a:xfrm>
          <a:prstGeom prst="rect">
            <a:avLst/>
          </a:prstGeom>
          <a:gradFill>
            <a:gsLst>
              <a:gs pos="0">
                <a:srgbClr val="1B297D"/>
              </a:gs>
              <a:gs pos="100000">
                <a:srgbClr val="12176B"/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377234-9363-5821-72C7-DFDC84449667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28409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2807876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Diapositiva de título">
    <p:bg>
      <p:bgPr>
        <a:gradFill>
          <a:gsLst>
            <a:gs pos="0">
              <a:srgbClr val="FAFAFA"/>
            </a:gs>
            <a:gs pos="100000">
              <a:srgbClr val="5E26B5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51A989B8-3025-946F-6FC5-C03C3925AD39}"/>
              </a:ext>
            </a:extLst>
          </p:cNvPr>
          <p:cNvSpPr/>
          <p:nvPr/>
        </p:nvSpPr>
        <p:spPr>
          <a:xfrm>
            <a:off x="8112127" y="62343"/>
            <a:ext cx="4079879" cy="6795656"/>
          </a:xfrm>
          <a:prstGeom prst="rect">
            <a:avLst/>
          </a:prstGeom>
          <a:gradFill>
            <a:gsLst>
              <a:gs pos="0">
                <a:srgbClr val="4F2DAD"/>
              </a:gs>
              <a:gs pos="100000">
                <a:srgbClr val="5E26B5"/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86C6741-DCAC-8CB8-8BBA-407F9E226136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28409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180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Diapositiva de título">
    <p:bg>
      <p:bgPr>
        <a:gradFill>
          <a:gsLst>
            <a:gs pos="0">
              <a:srgbClr val="FAFAFA"/>
            </a:gs>
            <a:gs pos="100000">
              <a:srgbClr val="F00073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198B2930-1AC8-EADA-E994-CD92B367C018}"/>
              </a:ext>
            </a:extLst>
          </p:cNvPr>
          <p:cNvSpPr/>
          <p:nvPr/>
        </p:nvSpPr>
        <p:spPr>
          <a:xfrm>
            <a:off x="8112127" y="62343"/>
            <a:ext cx="4079879" cy="6795656"/>
          </a:xfrm>
          <a:prstGeom prst="rect">
            <a:avLst/>
          </a:prstGeom>
          <a:gradFill>
            <a:gsLst>
              <a:gs pos="0">
                <a:srgbClr val="F12257"/>
              </a:gs>
              <a:gs pos="100000">
                <a:srgbClr val="F00073"/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BCB5DE8-8499-99C9-3092-88ADE0F7A6F5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F2661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6963829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Diapositiva de título">
    <p:bg>
      <p:bgPr>
        <a:gradFill>
          <a:gsLst>
            <a:gs pos="0">
              <a:srgbClr val="FAFAFA"/>
            </a:gs>
            <a:gs pos="100000">
              <a:srgbClr val="F2661F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76A854-89E7-2378-1B6D-4514DC2C4DC2}"/>
              </a:ext>
            </a:extLst>
          </p:cNvPr>
          <p:cNvSpPr/>
          <p:nvPr/>
        </p:nvSpPr>
        <p:spPr>
          <a:xfrm>
            <a:off x="8112127" y="62343"/>
            <a:ext cx="4079879" cy="6795656"/>
          </a:xfrm>
          <a:prstGeom prst="rect">
            <a:avLst/>
          </a:prstGeom>
          <a:gradFill>
            <a:gsLst>
              <a:gs pos="0">
                <a:srgbClr val="F12257"/>
              </a:gs>
              <a:gs pos="100000">
                <a:srgbClr val="F00073"/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077C01-CBCD-96DF-6661-F81079AF1EA6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F2661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0577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Diapositiva de título">
    <p:bg>
      <p:bgPr>
        <a:gradFill>
          <a:gsLst>
            <a:gs pos="0">
              <a:srgbClr val="FAFAFA"/>
            </a:gs>
            <a:gs pos="100000">
              <a:srgbClr val="70BDFF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2895F4E-0B83-DC18-0C78-15829A01A1C4}"/>
              </a:ext>
            </a:extLst>
          </p:cNvPr>
          <p:cNvSpPr/>
          <p:nvPr/>
        </p:nvSpPr>
        <p:spPr>
          <a:xfrm>
            <a:off x="8112127" y="62343"/>
            <a:ext cx="4079879" cy="6795656"/>
          </a:xfrm>
          <a:prstGeom prst="rect">
            <a:avLst/>
          </a:prstGeom>
          <a:gradFill>
            <a:gsLst>
              <a:gs pos="0">
                <a:srgbClr val="6772DA"/>
              </a:gs>
              <a:gs pos="100000">
                <a:srgbClr val="5E26B5"/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A5D499D-F7FD-1396-7763-3683665A4523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70BD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4237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Diapositiva de título">
    <p:bg>
      <p:bgPr>
        <a:gradFill>
          <a:gsLst>
            <a:gs pos="0">
              <a:srgbClr val="FAFAFA"/>
            </a:gs>
            <a:gs pos="100000">
              <a:srgbClr val="5E26B5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D0550A5-2576-4147-01DF-0E698889EC54}"/>
              </a:ext>
            </a:extLst>
          </p:cNvPr>
          <p:cNvSpPr/>
          <p:nvPr/>
        </p:nvSpPr>
        <p:spPr>
          <a:xfrm>
            <a:off x="8112127" y="62343"/>
            <a:ext cx="4079879" cy="6795656"/>
          </a:xfrm>
          <a:prstGeom prst="rect">
            <a:avLst/>
          </a:prstGeom>
          <a:gradFill>
            <a:gsLst>
              <a:gs pos="0">
                <a:srgbClr val="6772DA"/>
              </a:gs>
              <a:gs pos="100000">
                <a:srgbClr val="5E26B5"/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199E55A-061C-4950-9DFF-92326A58EBAE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70BD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94015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Diapositiva de título">
    <p:bg>
      <p:bgPr>
        <a:gradFill>
          <a:gsLst>
            <a:gs pos="0">
              <a:srgbClr val="FAFAFA"/>
            </a:gs>
            <a:gs pos="100000">
              <a:srgbClr val="99DD3A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6513718-DE58-6C17-0981-B0BD91973199}"/>
              </a:ext>
            </a:extLst>
          </p:cNvPr>
          <p:cNvSpPr/>
          <p:nvPr/>
        </p:nvSpPr>
        <p:spPr>
          <a:xfrm>
            <a:off x="8112127" y="62343"/>
            <a:ext cx="4079879" cy="6795656"/>
          </a:xfrm>
          <a:prstGeom prst="rect">
            <a:avLst/>
          </a:prstGeom>
          <a:gradFill>
            <a:gsLst>
              <a:gs pos="0">
                <a:srgbClr val="8ADB60"/>
              </a:gs>
              <a:gs pos="100000">
                <a:srgbClr val="99DD3A"/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A1BA69F-213A-3622-B1A2-33C32CBBF87E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66D6B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2403491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Diapositiva de título">
    <p:bg>
      <p:bgPr>
        <a:gradFill>
          <a:gsLst>
            <a:gs pos="0">
              <a:srgbClr val="FAFAFA"/>
            </a:gs>
            <a:gs pos="100000">
              <a:srgbClr val="66D6B8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CA0D69-7DFC-2459-B150-26524504FEA9}"/>
              </a:ext>
            </a:extLst>
          </p:cNvPr>
          <p:cNvSpPr/>
          <p:nvPr/>
        </p:nvSpPr>
        <p:spPr>
          <a:xfrm>
            <a:off x="8112127" y="62343"/>
            <a:ext cx="4079879" cy="6795656"/>
          </a:xfrm>
          <a:prstGeom prst="rect">
            <a:avLst/>
          </a:prstGeom>
          <a:gradFill>
            <a:gsLst>
              <a:gs pos="0">
                <a:srgbClr val="8ADB60"/>
              </a:gs>
              <a:gs pos="100000">
                <a:srgbClr val="99DD3A"/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8418DC0-0B5B-E1B8-049F-9A107612F4C4}"/>
              </a:ext>
            </a:extLst>
          </p:cNvPr>
          <p:cNvSpPr/>
          <p:nvPr/>
        </p:nvSpPr>
        <p:spPr>
          <a:xfrm>
            <a:off x="62343" y="62343"/>
            <a:ext cx="12070080" cy="6733312"/>
          </a:xfrm>
          <a:prstGeom prst="rect">
            <a:avLst/>
          </a:prstGeom>
          <a:noFill/>
          <a:ln w="127001" cap="flat">
            <a:solidFill>
              <a:srgbClr val="66D6B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43948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Diapositiva de título">
    <p:bg>
      <p:bgPr>
        <a:gradFill>
          <a:gsLst>
            <a:gs pos="0">
              <a:srgbClr val="FAFAFA"/>
            </a:gs>
            <a:gs pos="100000">
              <a:srgbClr val="70BDFF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AA0590-4F24-191B-AA18-E6033E7B1D1C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70BDFF"/>
              </a:gs>
              <a:gs pos="100000">
                <a:srgbClr val="5E26B5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50243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0_Diapositiva de título">
    <p:bg>
      <p:bgPr>
        <a:gradFill>
          <a:gsLst>
            <a:gs pos="0">
              <a:srgbClr val="FAFAFA"/>
            </a:gs>
            <a:gs pos="100000">
              <a:srgbClr val="70BDFF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BD80D6-CFC6-7A10-B0BD-2CE9C0825FE5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70BDFF"/>
              </a:gs>
              <a:gs pos="100000">
                <a:srgbClr val="5E26B5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F3A8BC65-36DD-ED84-F2B5-693F59D0E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776276300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1_Diapositiva de título">
    <p:bg>
      <p:bgPr>
        <a:gradFill>
          <a:gsLst>
            <a:gs pos="0">
              <a:srgbClr val="FAFAFA"/>
            </a:gs>
            <a:gs pos="100000">
              <a:srgbClr val="70BDFF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3DB2D2-B854-818F-FF0F-5B3EF0D34FD4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70BDFF"/>
              </a:gs>
              <a:gs pos="100000">
                <a:srgbClr val="5E26B5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21DFCCB-2B91-1E13-3A76-FE0169DA7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5386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Diapositiva de título">
    <p:bg>
      <p:bgPr>
        <a:gradFill>
          <a:gsLst>
            <a:gs pos="0">
              <a:srgbClr val="FAFAFA"/>
            </a:gs>
            <a:gs pos="100000">
              <a:srgbClr val="5E26B5">
                <a:alpha val="1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5FDD61-906E-2920-650D-B6DA3BE9A02D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70BDFF"/>
              </a:gs>
              <a:gs pos="100000">
                <a:srgbClr val="5E26B5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5422399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2_Diapositiva de título">
    <p:bg>
      <p:bgPr>
        <a:gradFill>
          <a:gsLst>
            <a:gs pos="0">
              <a:srgbClr val="FAFAFA"/>
            </a:gs>
            <a:gs pos="100000">
              <a:srgbClr val="5E26B5">
                <a:alpha val="1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0927C2-D511-0AD3-5706-FBE3E00CCB95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70BDFF"/>
              </a:gs>
              <a:gs pos="100000">
                <a:srgbClr val="5E26B5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0C42469-B063-B783-B31C-699622167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27131771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3_Diapositiva de título">
    <p:bg>
      <p:bgPr>
        <a:gradFill>
          <a:gsLst>
            <a:gs pos="0">
              <a:srgbClr val="FAFAFA"/>
            </a:gs>
            <a:gs pos="100000">
              <a:srgbClr val="5E26B5">
                <a:alpha val="1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59FF95-9574-020A-F0B2-401334CE41E8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70BDFF"/>
              </a:gs>
              <a:gs pos="100000">
                <a:srgbClr val="5E26B5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C43228A5-C47A-659E-D75A-0B9B90C7C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61255268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Diapositiva de título">
    <p:bg>
      <p:bgPr>
        <a:gradFill>
          <a:gsLst>
            <a:gs pos="0">
              <a:srgbClr val="FAFAFA"/>
            </a:gs>
            <a:gs pos="100000">
              <a:srgbClr val="284096">
                <a:alpha val="12194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419D6D-8FFD-BB59-2575-89BFF42A1289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284096"/>
              </a:gs>
              <a:gs pos="100000">
                <a:srgbClr val="5E26B5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14081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4_Diapositiva de título">
    <p:bg>
      <p:bgPr>
        <a:gradFill>
          <a:gsLst>
            <a:gs pos="0">
              <a:srgbClr val="FAFAFA"/>
            </a:gs>
            <a:gs pos="100000">
              <a:srgbClr val="284096">
                <a:alpha val="12194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6D17C5-291F-773A-BBED-5E9056EB924C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284096"/>
              </a:gs>
              <a:gs pos="100000">
                <a:srgbClr val="5E26B5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7B4E4841-BC9B-F7AA-A31C-5ABD1D190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9828502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5_Diapositiva de título">
    <p:bg>
      <p:bgPr>
        <a:gradFill>
          <a:gsLst>
            <a:gs pos="0">
              <a:srgbClr val="FAFAFA"/>
            </a:gs>
            <a:gs pos="100000">
              <a:srgbClr val="284096">
                <a:alpha val="12194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7AEFAF-A19A-C859-D1E3-87AF47FD644C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284096"/>
              </a:gs>
              <a:gs pos="100000">
                <a:srgbClr val="5E26B5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04054537-9805-4254-5A8D-895487987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30051480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Diapositiva de título">
    <p:bg>
      <p:bgPr>
        <a:gradFill>
          <a:gsLst>
            <a:gs pos="0">
              <a:srgbClr val="FAFAFA"/>
            </a:gs>
            <a:gs pos="100000">
              <a:srgbClr val="99DD3A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5CC7AE7A-2593-5358-ECF3-AF8C7E5114F7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66D6B8"/>
              </a:gs>
              <a:gs pos="100000">
                <a:srgbClr val="99DD3A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8987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6_Diapositiva de título">
    <p:bg>
      <p:bgPr>
        <a:gradFill>
          <a:gsLst>
            <a:gs pos="0">
              <a:srgbClr val="FAFAFA"/>
            </a:gs>
            <a:gs pos="100000">
              <a:srgbClr val="99DD3A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19FAEC7-5B6D-3F66-04AD-E23730459284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66D6B8"/>
              </a:gs>
              <a:gs pos="100000">
                <a:srgbClr val="99DD3A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1">
            <a:extLst>
              <a:ext uri="{FF2B5EF4-FFF2-40B4-BE49-F238E27FC236}">
                <a16:creationId xmlns:a16="http://schemas.microsoft.com/office/drawing/2014/main" id="{A86219E8-87E7-6FE0-A099-ACB62C56F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55408262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7_Diapositiva de título">
    <p:bg>
      <p:bgPr>
        <a:gradFill>
          <a:gsLst>
            <a:gs pos="0">
              <a:srgbClr val="FAFAFA"/>
            </a:gs>
            <a:gs pos="100000">
              <a:srgbClr val="99DD3A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069FBF7A-3D0F-A883-C44D-0157814AB3BC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66D6B8"/>
              </a:gs>
              <a:gs pos="100000">
                <a:srgbClr val="99DD3A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1">
            <a:extLst>
              <a:ext uri="{FF2B5EF4-FFF2-40B4-BE49-F238E27FC236}">
                <a16:creationId xmlns:a16="http://schemas.microsoft.com/office/drawing/2014/main" id="{CCA99587-53EC-89A7-0ED1-DFD023D93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8049878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Diapositiva de título">
    <p:bg>
      <p:bgPr>
        <a:gradFill>
          <a:gsLst>
            <a:gs pos="0">
              <a:srgbClr val="FAFAFA"/>
            </a:gs>
            <a:gs pos="100000">
              <a:srgbClr val="66D6B8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78B778-334C-40EE-7091-01475ABBD10E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66D6B8"/>
              </a:gs>
              <a:gs pos="100000">
                <a:srgbClr val="99DD3A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595225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8_Diapositiva de título">
    <p:bg>
      <p:bgPr>
        <a:gradFill>
          <a:gsLst>
            <a:gs pos="0">
              <a:srgbClr val="FAFAFA"/>
            </a:gs>
            <a:gs pos="100000">
              <a:srgbClr val="66D6B8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B76AE1-EABF-6681-56C7-C6438A183F33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66D6B8"/>
              </a:gs>
              <a:gs pos="100000">
                <a:srgbClr val="99DD3A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24BFF19-425F-3109-AE54-7D3831519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61375148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9_Diapositiva de título">
    <p:bg>
      <p:bgPr>
        <a:gradFill>
          <a:gsLst>
            <a:gs pos="0">
              <a:srgbClr val="FAFAFA"/>
            </a:gs>
            <a:gs pos="100000">
              <a:srgbClr val="66D6B8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4E7AAD-40B6-B81C-0DAC-CAE777DF448C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66D6B8"/>
              </a:gs>
              <a:gs pos="100000">
                <a:srgbClr val="99DD3A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B027EFC5-FA47-29D7-3283-666ADFA13E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61754000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Diapositiva de título">
    <p:bg>
      <p:bgPr>
        <a:gradFill>
          <a:gsLst>
            <a:gs pos="0">
              <a:srgbClr val="FAFAFA"/>
            </a:gs>
            <a:gs pos="100000">
              <a:srgbClr val="F2661F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679388-0687-48F2-6768-12C9B8AB8298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F2661F"/>
              </a:gs>
              <a:gs pos="100000">
                <a:srgbClr val="F00073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777132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0_Diapositiva de título">
    <p:bg>
      <p:bgPr>
        <a:gradFill>
          <a:gsLst>
            <a:gs pos="0">
              <a:srgbClr val="FAFAFA"/>
            </a:gs>
            <a:gs pos="100000">
              <a:srgbClr val="F2661F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867048-DCDA-0656-01DB-670972C32E63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F2661F"/>
              </a:gs>
              <a:gs pos="100000">
                <a:srgbClr val="F00073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F8D2614A-2465-5550-FE7B-5F491B5B2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18679393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1_Diapositiva de título">
    <p:bg>
      <p:bgPr>
        <a:gradFill>
          <a:gsLst>
            <a:gs pos="0">
              <a:srgbClr val="FAFAFA"/>
            </a:gs>
            <a:gs pos="100000">
              <a:srgbClr val="F2661F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7BD447-58D7-17A9-4590-EC1645F4EF2F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F2661F"/>
              </a:gs>
              <a:gs pos="100000">
                <a:srgbClr val="F00073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FFDC02BF-2CB0-9DF8-9502-1FFA5E8DF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4295725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Diapositiva de título">
    <p:bg>
      <p:bgPr>
        <a:gradFill>
          <a:gsLst>
            <a:gs pos="0">
              <a:srgbClr val="FAFAFA"/>
            </a:gs>
            <a:gs pos="100000">
              <a:srgbClr val="F00073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0E26BC-D04B-807A-2A83-1DE23DF578DA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F2661F"/>
              </a:gs>
              <a:gs pos="100000">
                <a:srgbClr val="F00073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629502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2_Diapositiva de título">
    <p:bg>
      <p:bgPr>
        <a:gradFill>
          <a:gsLst>
            <a:gs pos="0">
              <a:srgbClr val="FAFAFA"/>
            </a:gs>
            <a:gs pos="100000">
              <a:srgbClr val="F00073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E5A494-1D51-C283-EE81-5651C799F289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F2661F"/>
              </a:gs>
              <a:gs pos="100000">
                <a:srgbClr val="F00073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1172FA75-C040-CE2D-0372-F6DFEBB8E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2978595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3_Diapositiva de título">
    <p:bg>
      <p:bgPr>
        <a:gradFill>
          <a:gsLst>
            <a:gs pos="0">
              <a:srgbClr val="FAFAFA"/>
            </a:gs>
            <a:gs pos="100000">
              <a:srgbClr val="F00073">
                <a:alpha val="1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D6C853-6F59-47EF-E4D0-47CB1296F489}"/>
              </a:ext>
            </a:extLst>
          </p:cNvPr>
          <p:cNvSpPr/>
          <p:nvPr/>
        </p:nvSpPr>
        <p:spPr>
          <a:xfrm>
            <a:off x="2048" y="0"/>
            <a:ext cx="120225" cy="6858000"/>
          </a:xfrm>
          <a:prstGeom prst="rect">
            <a:avLst/>
          </a:prstGeom>
          <a:gradFill>
            <a:gsLst>
              <a:gs pos="0">
                <a:srgbClr val="F2661F"/>
              </a:gs>
              <a:gs pos="100000">
                <a:srgbClr val="F00073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F841E54-5223-D4C1-9751-EC6D73220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296" y="5920218"/>
            <a:ext cx="1692270" cy="4615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80642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Diapositiva de título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162366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gradFill flip="none" rotWithShape="1">
          <a:gsLst>
            <a:gs pos="27000">
              <a:schemeClr val="bg1"/>
            </a:gs>
            <a:gs pos="100000">
              <a:schemeClr val="accent2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3E3C0A6-37BA-C6DA-06AC-E134F4A8A3C0}"/>
              </a:ext>
            </a:extLst>
          </p:cNvPr>
          <p:cNvSpPr/>
          <p:nvPr userDrawn="1"/>
        </p:nvSpPr>
        <p:spPr>
          <a:xfrm>
            <a:off x="62345" y="62345"/>
            <a:ext cx="12070080" cy="6733310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5008740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Diapositiva de título">
    <p:bg>
      <p:bgPr>
        <a:gradFill flip="none" rotWithShape="1">
          <a:gsLst>
            <a:gs pos="27000">
              <a:schemeClr val="bg1"/>
            </a:gs>
            <a:gs pos="100000">
              <a:schemeClr val="accent2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824DBF3-8B8D-DCF7-AD9C-01555057B4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3E3C0A6-37BA-C6DA-06AC-E134F4A8A3C0}"/>
              </a:ext>
            </a:extLst>
          </p:cNvPr>
          <p:cNvSpPr/>
          <p:nvPr userDrawn="1"/>
        </p:nvSpPr>
        <p:spPr>
          <a:xfrm rot="10800000">
            <a:off x="60960" y="62345"/>
            <a:ext cx="12070080" cy="6733310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FBA0EA-775C-1378-5B8D-7D648DA70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850" y="5794587"/>
            <a:ext cx="3153220" cy="700716"/>
          </a:xfrm>
          <a:prstGeom prst="rect">
            <a:avLst/>
          </a:prstGeom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2132D37-BA3D-9373-5D89-75F69D323E9B}"/>
              </a:ext>
            </a:extLst>
          </p:cNvPr>
          <p:cNvCxnSpPr/>
          <p:nvPr userDrawn="1"/>
        </p:nvCxnSpPr>
        <p:spPr>
          <a:xfrm>
            <a:off x="461850" y="5386647"/>
            <a:ext cx="11268300" cy="0"/>
          </a:xfrm>
          <a:prstGeom prst="line">
            <a:avLst/>
          </a:prstGeom>
          <a:ln w="3175">
            <a:solidFill>
              <a:srgbClr val="5F27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9AAD5BC1-B225-6AC5-5C69-8E5E2C03EE2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38353" y="5518297"/>
            <a:ext cx="7985051" cy="118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02908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Diapositiva de título">
    <p:bg>
      <p:bgPr>
        <a:gradFill flip="none" rotWithShape="1">
          <a:gsLst>
            <a:gs pos="0">
              <a:schemeClr val="accent1"/>
            </a:gs>
            <a:gs pos="99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E7E9EE4-C84E-B2D1-7B01-B6AEF84AB5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9"/>
            <a:ext cx="12192000" cy="685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6035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5_Diapositiva de título">
    <p:bg>
      <p:bgPr>
        <a:gradFill flip="none" rotWithShape="1">
          <a:gsLst>
            <a:gs pos="0">
              <a:schemeClr val="accent1"/>
            </a:gs>
            <a:gs pos="99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E7E9EE4-C84E-B2D1-7B01-B6AEF84AB5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609"/>
            <a:ext cx="12191998" cy="685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39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apositiva de título">
    <p:bg>
      <p:bgPr>
        <a:gradFill flip="none" rotWithShape="1">
          <a:gsLst>
            <a:gs pos="0">
              <a:schemeClr val="accent1"/>
            </a:gs>
            <a:gs pos="99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441617-6009-EC5B-148D-B11627BBD835}"/>
              </a:ext>
            </a:extLst>
          </p:cNvPr>
          <p:cNvSpPr/>
          <p:nvPr userDrawn="1"/>
        </p:nvSpPr>
        <p:spPr>
          <a:xfrm>
            <a:off x="62345" y="62345"/>
            <a:ext cx="12070080" cy="6733310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1"/>
                </a:gs>
                <a:gs pos="99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7468516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Diapositiva de título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20561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gradFill flip="none" rotWithShape="1">
          <a:gsLst>
            <a:gs pos="27000">
              <a:schemeClr val="bg1"/>
            </a:gs>
            <a:gs pos="100000">
              <a:schemeClr val="accent2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3E3C0A6-37BA-C6DA-06AC-E134F4A8A3C0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18216127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Diapositiva de título">
    <p:bg>
      <p:bgPr>
        <a:gradFill flip="none" rotWithShape="1">
          <a:gsLst>
            <a:gs pos="27000">
              <a:schemeClr val="bg1"/>
            </a:gs>
            <a:gs pos="100000">
              <a:schemeClr val="accent2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3E3C0A6-37BA-C6DA-06AC-E134F4A8A3C0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677FDDA9-020D-3B83-7FB3-C876E9CF6D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5016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Diapositiva de título">
    <p:bg>
      <p:bgPr>
        <a:gradFill flip="none" rotWithShape="1">
          <a:gsLst>
            <a:gs pos="27000">
              <a:schemeClr val="bg1"/>
            </a:gs>
            <a:gs pos="100000">
              <a:schemeClr val="accent2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3E3C0A6-37BA-C6DA-06AC-E134F4A8A3C0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5FFCEB6-55AC-FBBA-B53C-F8EEBD799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3"/>
            <a:ext cx="1692271" cy="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7277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gradFill flip="none" rotWithShape="1">
          <a:gsLst>
            <a:gs pos="100000">
              <a:schemeClr val="accent1">
                <a:alpha val="15000"/>
              </a:schemeClr>
            </a:gs>
            <a:gs pos="22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B26FCF-DFAF-7071-DE81-16B9631E8CC9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16795458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Diapositiva de título">
    <p:bg>
      <p:bgPr>
        <a:gradFill flip="none" rotWithShape="1">
          <a:gsLst>
            <a:gs pos="100000">
              <a:schemeClr val="accent1">
                <a:alpha val="15000"/>
              </a:schemeClr>
            </a:gs>
            <a:gs pos="22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B26FCF-DFAF-7071-DE81-16B9631E8CC9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A30BD0AE-6C00-5DA5-B66B-E45A1A6D4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4926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Diapositiva de título">
    <p:bg>
      <p:bgPr>
        <a:gradFill flip="none" rotWithShape="1">
          <a:gsLst>
            <a:gs pos="100000">
              <a:schemeClr val="accent1">
                <a:alpha val="15000"/>
              </a:schemeClr>
            </a:gs>
            <a:gs pos="22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B26FCF-DFAF-7071-DE81-16B9631E8CC9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4E012430-C66B-6355-2B08-D02590383D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3"/>
            <a:ext cx="1692271" cy="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8638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gradFill flip="none" rotWithShape="1">
          <a:gsLst>
            <a:gs pos="27000">
              <a:schemeClr val="bg1"/>
            </a:gs>
            <a:gs pos="99000">
              <a:schemeClr val="accent4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81172A-A44E-E721-6271-75EE2686F80C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3"/>
                </a:gs>
                <a:gs pos="99000">
                  <a:schemeClr val="accent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291680240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Diapositiva de título">
    <p:bg>
      <p:bgPr>
        <a:gradFill flip="none" rotWithShape="1">
          <a:gsLst>
            <a:gs pos="27000">
              <a:schemeClr val="bg1"/>
            </a:gs>
            <a:gs pos="99000">
              <a:schemeClr val="accent4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81172A-A44E-E721-6271-75EE2686F80C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3"/>
                </a:gs>
                <a:gs pos="99000">
                  <a:schemeClr val="accent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0F8F79AA-C074-14A2-F0DA-8C1543D93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93051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Diapositiva de título">
    <p:bg>
      <p:bgPr>
        <a:gradFill flip="none" rotWithShape="1">
          <a:gsLst>
            <a:gs pos="27000">
              <a:schemeClr val="bg1"/>
            </a:gs>
            <a:gs pos="99000">
              <a:schemeClr val="accent4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81172A-A44E-E721-6271-75EE2686F80C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3"/>
                </a:gs>
                <a:gs pos="99000">
                  <a:schemeClr val="accent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698367DA-B223-13F4-A8A4-27272FBA71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3"/>
            <a:ext cx="1692271" cy="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26681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bg>
      <p:bgPr>
        <a:gradFill flip="none" rotWithShape="1">
          <a:gsLst>
            <a:gs pos="100000">
              <a:schemeClr val="accent3">
                <a:alpha val="15000"/>
              </a:schemeClr>
            </a:gs>
            <a:gs pos="15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059405-E7F6-29A8-00A5-3E24CB6DA2D4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3"/>
                </a:gs>
                <a:gs pos="99000">
                  <a:schemeClr val="accent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163843615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Diapositiva de título">
    <p:bg>
      <p:bgPr>
        <a:gradFill flip="none" rotWithShape="1">
          <a:gsLst>
            <a:gs pos="100000">
              <a:schemeClr val="accent3">
                <a:alpha val="15000"/>
              </a:schemeClr>
            </a:gs>
            <a:gs pos="15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059405-E7F6-29A8-00A5-3E24CB6DA2D4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3"/>
                </a:gs>
                <a:gs pos="99000">
                  <a:schemeClr val="accent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DF1483A-9292-BD14-E996-C997569DEA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303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Diapositiva de título">
    <p:bg>
      <p:bgPr>
        <a:gradFill flip="none" rotWithShape="1">
          <a:gsLst>
            <a:gs pos="100000">
              <a:schemeClr val="accent3">
                <a:alpha val="15000"/>
              </a:schemeClr>
            </a:gs>
            <a:gs pos="15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059405-E7F6-29A8-00A5-3E24CB6DA2D4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3"/>
                </a:gs>
                <a:gs pos="99000">
                  <a:schemeClr val="accent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12D3CF54-2BB8-96F8-688E-E88D1CC5EE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3"/>
            <a:ext cx="1692271" cy="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9594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">
    <p:bg>
      <p:bgPr>
        <a:gradFill flip="none" rotWithShape="1">
          <a:gsLst>
            <a:gs pos="100000">
              <a:schemeClr val="accent5">
                <a:alpha val="15000"/>
              </a:schemeClr>
            </a:gs>
            <a:gs pos="2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63A556-51AD-AFD5-B7E4-B3D104E17697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25000">
                  <a:schemeClr val="accent5"/>
                </a:gs>
                <a:gs pos="98000">
                  <a:schemeClr val="accent6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325934144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Diapositiva de título">
    <p:bg>
      <p:bgPr>
        <a:gradFill flip="none" rotWithShape="1">
          <a:gsLst>
            <a:gs pos="100000">
              <a:schemeClr val="accent5">
                <a:alpha val="15000"/>
              </a:schemeClr>
            </a:gs>
            <a:gs pos="2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63A556-51AD-AFD5-B7E4-B3D104E17697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25000">
                  <a:schemeClr val="accent5"/>
                </a:gs>
                <a:gs pos="98000">
                  <a:schemeClr val="accent6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75FBA97-6349-22B4-3356-EA4810D21F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6054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Diapositiva de título">
    <p:bg>
      <p:bgPr>
        <a:gradFill flip="none" rotWithShape="1">
          <a:gsLst>
            <a:gs pos="100000">
              <a:schemeClr val="accent5">
                <a:alpha val="15000"/>
              </a:schemeClr>
            </a:gs>
            <a:gs pos="2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63A556-51AD-AFD5-B7E4-B3D104E17697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25000">
                  <a:schemeClr val="accent5"/>
                </a:gs>
                <a:gs pos="98000">
                  <a:schemeClr val="accent6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6E4FF82-82E8-4684-8CB4-0B301381C1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3"/>
            <a:ext cx="1692271" cy="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41236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a de título">
    <p:bg>
      <p:bgPr>
        <a:gradFill flip="none" rotWithShape="1">
          <a:gsLst>
            <a:gs pos="23000">
              <a:schemeClr val="bg1"/>
            </a:gs>
            <a:gs pos="98000">
              <a:schemeClr val="accent6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5B11B8-FBEB-4779-453B-0F22ED29817C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5"/>
                </a:gs>
                <a:gs pos="98000">
                  <a:schemeClr val="accent6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117345718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Diapositiva de título">
    <p:bg>
      <p:bgPr>
        <a:gradFill flip="none" rotWithShape="1">
          <a:gsLst>
            <a:gs pos="23000">
              <a:schemeClr val="bg1"/>
            </a:gs>
            <a:gs pos="98000">
              <a:schemeClr val="accent6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5B11B8-FBEB-4779-453B-0F22ED29817C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5"/>
                </a:gs>
                <a:gs pos="98000">
                  <a:schemeClr val="accent6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28FDE4B-3ED4-1A18-6800-98AF23EA9D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0897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Diapositiva de título">
    <p:bg>
      <p:bgPr>
        <a:gradFill flip="none" rotWithShape="1">
          <a:gsLst>
            <a:gs pos="23000">
              <a:schemeClr val="bg1"/>
            </a:gs>
            <a:gs pos="98000">
              <a:schemeClr val="accent6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5B11B8-FBEB-4779-453B-0F22ED29817C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5"/>
                </a:gs>
                <a:gs pos="98000">
                  <a:schemeClr val="accent6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2A04245F-4113-D648-DF97-699B9C7B14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3"/>
            <a:ext cx="1692271" cy="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3589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Diapositiva de título">
    <p:bg>
      <p:bgPr>
        <a:gradFill flip="none" rotWithShape="1">
          <a:gsLst>
            <a:gs pos="100000">
              <a:schemeClr val="tx2">
                <a:alpha val="15000"/>
              </a:schemeClr>
            </a:gs>
            <a:gs pos="31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171546-405C-F20E-1A00-4B6613F91802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12132056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Diapositiva de título">
    <p:bg>
      <p:bgPr>
        <a:gradFill flip="none" rotWithShape="1">
          <a:gsLst>
            <a:gs pos="100000">
              <a:schemeClr val="tx2">
                <a:alpha val="15000"/>
              </a:schemeClr>
            </a:gs>
            <a:gs pos="31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171546-405C-F20E-1A00-4B6613F91802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8CA22AE4-AA70-F014-E333-7F9097345B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5992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Diapositiva de título">
    <p:bg>
      <p:bgPr>
        <a:gradFill flip="none" rotWithShape="1">
          <a:gsLst>
            <a:gs pos="100000">
              <a:schemeClr val="tx2">
                <a:alpha val="15000"/>
              </a:schemeClr>
            </a:gs>
            <a:gs pos="31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171546-405C-F20E-1A00-4B6613F91802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FFF65CC-2CAA-769C-E1E4-38255CBC57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3"/>
            <a:ext cx="1692271" cy="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30338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Diapositiva de título">
    <p:bg>
      <p:bgPr>
        <a:gradFill flip="none" rotWithShape="1">
          <a:gsLst>
            <a:gs pos="27000">
              <a:schemeClr val="bg1"/>
            </a:gs>
            <a:gs pos="100000">
              <a:schemeClr val="accent2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3E3C0A6-37BA-C6DA-06AC-E134F4A8A3C0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tx2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210476634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Diapositiva de título">
    <p:bg>
      <p:bgPr>
        <a:gradFill flip="none" rotWithShape="1">
          <a:gsLst>
            <a:gs pos="27000">
              <a:schemeClr val="bg1"/>
            </a:gs>
            <a:gs pos="100000">
              <a:schemeClr val="accent2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3E3C0A6-37BA-C6DA-06AC-E134F4A8A3C0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tx2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097ABCCF-A9DC-DF69-FE97-28A153BB1D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149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Diapositiva de título">
    <p:bg>
      <p:bgPr>
        <a:gradFill flip="none" rotWithShape="1">
          <a:gsLst>
            <a:gs pos="27000">
              <a:schemeClr val="bg1"/>
            </a:gs>
            <a:gs pos="100000">
              <a:schemeClr val="accent2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3E3C0A6-37BA-C6DA-06AC-E134F4A8A3C0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tx2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8762521-EAAD-181E-56A6-B496108D0C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3"/>
            <a:ext cx="1692271" cy="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9438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a de título">
    <p:bg>
      <p:bgPr>
        <a:gradFill>
          <a:gsLst>
            <a:gs pos="99000">
              <a:schemeClr val="tx1"/>
            </a:gs>
            <a:gs pos="14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D5E7F7-F486-C3F2-D38A-D5B3D8BAB135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327774051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Diapositiva de título">
    <p:bg>
      <p:bgPr>
        <a:gradFill>
          <a:gsLst>
            <a:gs pos="99000">
              <a:schemeClr val="tx1"/>
            </a:gs>
            <a:gs pos="14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D5E7F7-F486-C3F2-D38A-D5B3D8BAB135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7C08430B-F04D-A838-82CE-02BA02629C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0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38717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a de título">
    <p:bg>
      <p:bgPr>
        <a:gradFill flip="none" rotWithShape="1">
          <a:gsLst>
            <a:gs pos="0">
              <a:schemeClr val="tx2"/>
            </a:gs>
            <a:gs pos="99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51BF7D-0E62-29A8-C843-DF68BCB1A2A5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tx2"/>
                </a:gs>
                <a:gs pos="99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334380083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Diapositiva de título">
    <p:bg>
      <p:bgPr>
        <a:gradFill flip="none" rotWithShape="1">
          <a:gsLst>
            <a:gs pos="0">
              <a:schemeClr val="tx2"/>
            </a:gs>
            <a:gs pos="99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51BF7D-0E62-29A8-C843-DF68BCB1A2A5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tx2"/>
                </a:gs>
                <a:gs pos="99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DA0FB524-ECDC-7DE4-AA97-FD0F7D6E83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0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42391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apositiva de título">
    <p:bg>
      <p:bgPr>
        <a:gradFill flip="none" rotWithShape="1">
          <a:gsLst>
            <a:gs pos="0">
              <a:schemeClr val="accent1"/>
            </a:gs>
            <a:gs pos="99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441617-6009-EC5B-148D-B11627BBD835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1"/>
                </a:gs>
                <a:gs pos="99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198740425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Diapositiva de título">
    <p:bg>
      <p:bgPr>
        <a:gradFill flip="none" rotWithShape="1">
          <a:gsLst>
            <a:gs pos="0">
              <a:schemeClr val="accent1"/>
            </a:gs>
            <a:gs pos="99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441617-6009-EC5B-148D-B11627BBD835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1"/>
                </a:gs>
                <a:gs pos="99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04757BAF-5D0B-47BC-5FBF-D72622140C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0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3747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apositiva de título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04E392-2E88-19DA-385E-392409F40552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gradFill flip="none" rotWithShape="1">
            <a:gsLst>
              <a:gs pos="99000">
                <a:schemeClr val="accent6"/>
              </a:gs>
              <a:gs pos="0">
                <a:schemeClr val="accent5"/>
              </a:gs>
            </a:gsLst>
            <a:lin ang="5400000" scaled="1"/>
            <a:tileRect/>
          </a:gradFill>
          <a:ln w="127000">
            <a:gradFill flip="none" rotWithShape="1">
              <a:gsLst>
                <a:gs pos="25000">
                  <a:schemeClr val="accent5"/>
                </a:gs>
                <a:gs pos="98000">
                  <a:schemeClr val="accent6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9468333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Diapositiva de título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04E392-2E88-19DA-385E-392409F40552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gradFill flip="none" rotWithShape="1">
            <a:gsLst>
              <a:gs pos="99000">
                <a:schemeClr val="accent6"/>
              </a:gs>
              <a:gs pos="0">
                <a:schemeClr val="accent5"/>
              </a:gs>
            </a:gsLst>
            <a:lin ang="5400000" scaled="1"/>
            <a:tileRect/>
          </a:gradFill>
          <a:ln w="127000">
            <a:gradFill flip="none" rotWithShape="1">
              <a:gsLst>
                <a:gs pos="25000">
                  <a:schemeClr val="accent5"/>
                </a:gs>
                <a:gs pos="98000">
                  <a:schemeClr val="accent6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74B00AF3-A178-4BF8-3363-A177C2B369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0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5174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apositiva de título">
    <p:bg>
      <p:bgPr>
        <a:gradFill flip="none" rotWithShape="1">
          <a:gsLst>
            <a:gs pos="0">
              <a:schemeClr val="accent3"/>
            </a:gs>
            <a:gs pos="99000">
              <a:schemeClr val="accent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9924F4-BA77-6E06-6A43-5E85C42250B1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3"/>
                </a:gs>
                <a:gs pos="99000">
                  <a:schemeClr val="accent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96538272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Diapositiva de título">
    <p:bg>
      <p:bgPr>
        <a:gradFill flip="none" rotWithShape="1">
          <a:gsLst>
            <a:gs pos="0">
              <a:schemeClr val="accent3"/>
            </a:gs>
            <a:gs pos="99000">
              <a:schemeClr val="accent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9924F4-BA77-6E06-6A43-5E85C42250B1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3"/>
                </a:gs>
                <a:gs pos="99000">
                  <a:schemeClr val="accent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5078B36D-B36F-3172-F577-F22E989F0D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3"/>
            <a:ext cx="1692271" cy="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76201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Diapositiva de título">
    <p:bg>
      <p:bgPr>
        <a:gradFill flip="none" rotWithShape="1">
          <a:gsLst>
            <a:gs pos="100000">
              <a:schemeClr val="tx2">
                <a:alpha val="15000"/>
              </a:schemeClr>
            </a:gs>
            <a:gs pos="31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E8BA53-05F8-8809-C2AF-E313FFFA9B2B}"/>
              </a:ext>
            </a:extLst>
          </p:cNvPr>
          <p:cNvSpPr/>
          <p:nvPr userDrawn="1"/>
        </p:nvSpPr>
        <p:spPr>
          <a:xfrm>
            <a:off x="8112125" y="62346"/>
            <a:ext cx="4079875" cy="6795655"/>
          </a:xfrm>
          <a:prstGeom prst="rect">
            <a:avLst/>
          </a:prstGeom>
          <a:gradFill flip="none" rotWithShape="1">
            <a:gsLst>
              <a:gs pos="0">
                <a:srgbClr val="1B297D"/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813D7A-0D48-1BDC-8C6C-B4D061D01004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222406078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apositiva de título">
    <p:bg>
      <p:bgPr>
        <a:gradFill>
          <a:gsLst>
            <a:gs pos="100000">
              <a:schemeClr val="accent2">
                <a:alpha val="15000"/>
              </a:schemeClr>
            </a:gs>
            <a:gs pos="43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06D3A2-E87D-BBC7-819B-3A4887601E9B}"/>
              </a:ext>
            </a:extLst>
          </p:cNvPr>
          <p:cNvSpPr/>
          <p:nvPr userDrawn="1"/>
        </p:nvSpPr>
        <p:spPr>
          <a:xfrm>
            <a:off x="8112125" y="62346"/>
            <a:ext cx="4079875" cy="6795655"/>
          </a:xfrm>
          <a:prstGeom prst="rect">
            <a:avLst/>
          </a:prstGeom>
          <a:gradFill flip="none" rotWithShape="1">
            <a:gsLst>
              <a:gs pos="0">
                <a:srgbClr val="4F2DAD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438B6E-BA25-DC56-1138-DBCD10597F31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tx2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333216550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apositiva de título">
    <p:bg>
      <p:bgPr>
        <a:gradFill flip="none" rotWithShape="1">
          <a:gsLst>
            <a:gs pos="40000">
              <a:schemeClr val="bg1"/>
            </a:gs>
            <a:gs pos="99000">
              <a:schemeClr val="accent6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C78C548-2330-63FC-705B-29705B4D7D4D}"/>
              </a:ext>
            </a:extLst>
          </p:cNvPr>
          <p:cNvSpPr/>
          <p:nvPr userDrawn="1"/>
        </p:nvSpPr>
        <p:spPr>
          <a:xfrm>
            <a:off x="8112125" y="62346"/>
            <a:ext cx="4079875" cy="6795655"/>
          </a:xfrm>
          <a:prstGeom prst="rect">
            <a:avLst/>
          </a:prstGeom>
          <a:gradFill flip="none" rotWithShape="1">
            <a:gsLst>
              <a:gs pos="0">
                <a:srgbClr val="F12257"/>
              </a:gs>
              <a:gs pos="100000">
                <a:schemeClr val="accent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8B4334-5C28-AFFE-1E19-825F49A8D741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25000">
                  <a:schemeClr val="accent5"/>
                </a:gs>
                <a:gs pos="98000">
                  <a:schemeClr val="accent6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49169432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apositiva de título">
    <p:bg>
      <p:bgPr>
        <a:gradFill flip="none" rotWithShape="1">
          <a:gsLst>
            <a:gs pos="36000">
              <a:schemeClr val="bg1"/>
            </a:gs>
            <a:gs pos="99000">
              <a:schemeClr val="accent5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2D6450-C4D4-CEB9-1EE9-39DCA0B19F2A}"/>
              </a:ext>
            </a:extLst>
          </p:cNvPr>
          <p:cNvSpPr/>
          <p:nvPr userDrawn="1"/>
        </p:nvSpPr>
        <p:spPr>
          <a:xfrm>
            <a:off x="8112125" y="62346"/>
            <a:ext cx="4079875" cy="6795655"/>
          </a:xfrm>
          <a:prstGeom prst="rect">
            <a:avLst/>
          </a:prstGeom>
          <a:gradFill flip="none" rotWithShape="1">
            <a:gsLst>
              <a:gs pos="0">
                <a:srgbClr val="F12257"/>
              </a:gs>
              <a:gs pos="100000">
                <a:schemeClr val="accent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B20802-2A04-01B5-CC41-207FB2330210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25000">
                  <a:schemeClr val="accent5"/>
                </a:gs>
                <a:gs pos="98000">
                  <a:schemeClr val="accent6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151066077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apositiva de título">
    <p:bg>
      <p:bgPr>
        <a:gradFill flip="none" rotWithShape="1">
          <a:gsLst>
            <a:gs pos="99000">
              <a:schemeClr val="accent1">
                <a:alpha val="15000"/>
              </a:schemeClr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831DA8-9A02-6BBB-37A1-6DC3F91B9C7C}"/>
              </a:ext>
            </a:extLst>
          </p:cNvPr>
          <p:cNvSpPr/>
          <p:nvPr userDrawn="1"/>
        </p:nvSpPr>
        <p:spPr>
          <a:xfrm>
            <a:off x="8112125" y="62346"/>
            <a:ext cx="4079875" cy="6795655"/>
          </a:xfrm>
          <a:prstGeom prst="rect">
            <a:avLst/>
          </a:prstGeom>
          <a:gradFill flip="none" rotWithShape="1">
            <a:gsLst>
              <a:gs pos="5000">
                <a:srgbClr val="6772DA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9DA9EE-2EFD-13EB-FB29-0FA20C3DD955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340712815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apositiva de título">
    <p:bg>
      <p:bgPr>
        <a:gradFill>
          <a:gsLst>
            <a:gs pos="99000">
              <a:schemeClr val="accent2">
                <a:alpha val="15000"/>
              </a:schemeClr>
            </a:gs>
            <a:gs pos="31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0A5201-B935-F496-3965-9DD38D21B7D7}"/>
              </a:ext>
            </a:extLst>
          </p:cNvPr>
          <p:cNvSpPr/>
          <p:nvPr userDrawn="1"/>
        </p:nvSpPr>
        <p:spPr>
          <a:xfrm>
            <a:off x="8112125" y="62346"/>
            <a:ext cx="4079875" cy="6795655"/>
          </a:xfrm>
          <a:prstGeom prst="rect">
            <a:avLst/>
          </a:prstGeom>
          <a:gradFill flip="none" rotWithShape="1">
            <a:gsLst>
              <a:gs pos="5000">
                <a:srgbClr val="6772DA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7C7224-6D7A-C471-8D0E-882CA63F634F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316371640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apositiva de título">
    <p:bg>
      <p:bgPr>
        <a:gradFill flip="none" rotWithShape="1">
          <a:gsLst>
            <a:gs pos="38000">
              <a:schemeClr val="bg1"/>
            </a:gs>
            <a:gs pos="99000">
              <a:schemeClr val="accent4">
                <a:alpha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A07A23-6F4B-20EE-4712-17FE93F5D9DE}"/>
              </a:ext>
            </a:extLst>
          </p:cNvPr>
          <p:cNvSpPr/>
          <p:nvPr userDrawn="1"/>
        </p:nvSpPr>
        <p:spPr>
          <a:xfrm>
            <a:off x="8112125" y="62346"/>
            <a:ext cx="4079875" cy="6795655"/>
          </a:xfrm>
          <a:prstGeom prst="rect">
            <a:avLst/>
          </a:prstGeom>
          <a:gradFill flip="none" rotWithShape="1">
            <a:gsLst>
              <a:gs pos="0">
                <a:srgbClr val="8ADB60"/>
              </a:gs>
              <a:gs pos="100000">
                <a:schemeClr val="accent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2A2689-2FA0-B5A4-5446-AF1B8E78EFF1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3"/>
                </a:gs>
                <a:gs pos="99000">
                  <a:schemeClr val="accent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1162836002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positiva de título">
    <p:bg>
      <p:bgPr>
        <a:gradFill>
          <a:gsLst>
            <a:gs pos="38000">
              <a:schemeClr val="bg1"/>
            </a:gs>
            <a:gs pos="99000">
              <a:schemeClr val="accent3">
                <a:alpha val="1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2D0E62-693D-FA2D-81F2-09497748F417}"/>
              </a:ext>
            </a:extLst>
          </p:cNvPr>
          <p:cNvSpPr/>
          <p:nvPr userDrawn="1"/>
        </p:nvSpPr>
        <p:spPr>
          <a:xfrm>
            <a:off x="8112125" y="62346"/>
            <a:ext cx="4079875" cy="6795655"/>
          </a:xfrm>
          <a:prstGeom prst="rect">
            <a:avLst/>
          </a:prstGeom>
          <a:gradFill flip="none" rotWithShape="1">
            <a:gsLst>
              <a:gs pos="0">
                <a:srgbClr val="8ADB60"/>
              </a:gs>
              <a:gs pos="100000">
                <a:schemeClr val="accent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FADAA2-EEC5-14B2-B8A3-E9AF3286EA64}"/>
              </a:ext>
            </a:extLst>
          </p:cNvPr>
          <p:cNvSpPr/>
          <p:nvPr userDrawn="1"/>
        </p:nvSpPr>
        <p:spPr>
          <a:xfrm>
            <a:off x="62345" y="62346"/>
            <a:ext cx="12070080" cy="6733311"/>
          </a:xfrm>
          <a:prstGeom prst="rect">
            <a:avLst/>
          </a:prstGeom>
          <a:noFill/>
          <a:ln w="127000">
            <a:gradFill flip="none" rotWithShape="1">
              <a:gsLst>
                <a:gs pos="0">
                  <a:schemeClr val="accent3"/>
                </a:gs>
                <a:gs pos="99000">
                  <a:schemeClr val="accent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116141310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iapositiva de título">
    <p:bg>
      <p:bgPr>
        <a:gradFill>
          <a:gsLst>
            <a:gs pos="38000">
              <a:schemeClr val="bg1"/>
            </a:gs>
            <a:gs pos="100000">
              <a:schemeClr val="accent1">
                <a:alpha val="1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43BC79-C5AC-7361-8EE8-47C19E1621C9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</p:spTree>
    <p:extLst>
      <p:ext uri="{BB962C8B-B14F-4D97-AF65-F5344CB8AC3E}">
        <p14:creationId xmlns:p14="http://schemas.microsoft.com/office/powerpoint/2010/main" val="38240822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Diapositiva de título">
    <p:bg>
      <p:bgPr>
        <a:gradFill>
          <a:gsLst>
            <a:gs pos="38000">
              <a:schemeClr val="bg1"/>
            </a:gs>
            <a:gs pos="100000">
              <a:schemeClr val="accent1">
                <a:alpha val="1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43BC79-C5AC-7361-8EE8-47C19E1621C9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F5C4168B-E57B-E615-7057-8588543B3E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50312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Diapositiva de título">
    <p:bg>
      <p:bgPr>
        <a:gradFill>
          <a:gsLst>
            <a:gs pos="38000">
              <a:schemeClr val="bg1"/>
            </a:gs>
            <a:gs pos="100000">
              <a:schemeClr val="accent1">
                <a:alpha val="1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43BC79-C5AC-7361-8EE8-47C19E1621C9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2462A94-C7F7-90DE-4399-AB388275F4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3"/>
            <a:ext cx="1692271" cy="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49334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Diapositiva de título">
    <p:bg>
      <p:bgPr>
        <a:gradFill>
          <a:gsLst>
            <a:gs pos="38000">
              <a:schemeClr val="bg1"/>
            </a:gs>
            <a:gs pos="100000">
              <a:schemeClr val="accent2">
                <a:alpha val="1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DA70E1-AED9-897C-EE2C-DF5FA5D9A342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</p:spTree>
    <p:extLst>
      <p:ext uri="{BB962C8B-B14F-4D97-AF65-F5344CB8AC3E}">
        <p14:creationId xmlns:p14="http://schemas.microsoft.com/office/powerpoint/2010/main" val="1538137392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Diapositiva de título">
    <p:bg>
      <p:bgPr>
        <a:gradFill>
          <a:gsLst>
            <a:gs pos="38000">
              <a:schemeClr val="bg1"/>
            </a:gs>
            <a:gs pos="100000">
              <a:schemeClr val="accent2">
                <a:alpha val="1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DA70E1-AED9-897C-EE2C-DF5FA5D9A342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FF15DE77-DBFE-977A-58B1-941B3D4BAC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3188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Diapositiva de título">
    <p:bg>
      <p:bgPr>
        <a:gradFill>
          <a:gsLst>
            <a:gs pos="38000">
              <a:schemeClr val="bg1"/>
            </a:gs>
            <a:gs pos="100000">
              <a:schemeClr val="accent2">
                <a:alpha val="1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DA70E1-AED9-897C-EE2C-DF5FA5D9A342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D4D7A5AD-9B81-7776-09FC-416706CB1B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3"/>
            <a:ext cx="1692271" cy="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60064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Diapositiva de título">
    <p:bg>
      <p:bgPr>
        <a:gradFill>
          <a:gsLst>
            <a:gs pos="99000">
              <a:schemeClr val="tx2">
                <a:alpha val="12194"/>
              </a:schemeClr>
            </a:gs>
            <a:gs pos="41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442F55-6321-4A67-6473-31EBA3475D4E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</p:spTree>
    <p:extLst>
      <p:ext uri="{BB962C8B-B14F-4D97-AF65-F5344CB8AC3E}">
        <p14:creationId xmlns:p14="http://schemas.microsoft.com/office/powerpoint/2010/main" val="34812021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Diapositiva de título">
    <p:bg>
      <p:bgPr>
        <a:gradFill>
          <a:gsLst>
            <a:gs pos="99000">
              <a:schemeClr val="tx2">
                <a:alpha val="12194"/>
              </a:schemeClr>
            </a:gs>
            <a:gs pos="41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442F55-6321-4A67-6473-31EBA3475D4E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A9D68308-3479-34B7-61BB-4F2FBCB416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6014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Diapositiva de título">
    <p:bg>
      <p:bgPr>
        <a:gradFill>
          <a:gsLst>
            <a:gs pos="99000">
              <a:schemeClr val="tx2">
                <a:alpha val="12194"/>
              </a:schemeClr>
            </a:gs>
            <a:gs pos="41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442F55-6321-4A67-6473-31EBA3475D4E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73A9FD5-2BED-674F-89CE-22621C1265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3"/>
            <a:ext cx="1692271" cy="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3691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Diapositiva de título">
    <p:bg>
      <p:bgPr>
        <a:gradFill>
          <a:gsLst>
            <a:gs pos="99000">
              <a:schemeClr val="accent4">
                <a:alpha val="15000"/>
              </a:schemeClr>
            </a:gs>
            <a:gs pos="41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849CA2-6219-7D39-21B9-98048F3F3ACB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</p:spTree>
    <p:extLst>
      <p:ext uri="{BB962C8B-B14F-4D97-AF65-F5344CB8AC3E}">
        <p14:creationId xmlns:p14="http://schemas.microsoft.com/office/powerpoint/2010/main" val="185939014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Diapositiva de título">
    <p:bg>
      <p:bgPr>
        <a:gradFill>
          <a:gsLst>
            <a:gs pos="99000">
              <a:schemeClr val="accent4">
                <a:alpha val="15000"/>
              </a:schemeClr>
            </a:gs>
            <a:gs pos="41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849CA2-6219-7D39-21B9-98048F3F3ACB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802D2204-F105-674D-D295-6DA4A1FCA3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5965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Diapositiva de título">
    <p:bg>
      <p:bgPr>
        <a:gradFill>
          <a:gsLst>
            <a:gs pos="99000">
              <a:schemeClr val="accent4">
                <a:alpha val="15000"/>
              </a:schemeClr>
            </a:gs>
            <a:gs pos="41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849CA2-6219-7D39-21B9-98048F3F3ACB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6FCFE5D-F4F7-EFF2-EDE0-3728E1FBEC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3"/>
            <a:ext cx="1692271" cy="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3663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Diapositiva de título">
    <p:bg>
      <p:bgPr>
        <a:gradFill>
          <a:gsLst>
            <a:gs pos="99000">
              <a:schemeClr val="accent3">
                <a:alpha val="15000"/>
              </a:schemeClr>
            </a:gs>
            <a:gs pos="41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60F231-8736-8B9D-2D85-A5FE252B08C8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</p:spTree>
    <p:extLst>
      <p:ext uri="{BB962C8B-B14F-4D97-AF65-F5344CB8AC3E}">
        <p14:creationId xmlns:p14="http://schemas.microsoft.com/office/powerpoint/2010/main" val="74840460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Diapositiva de título">
    <p:bg>
      <p:bgPr>
        <a:gradFill>
          <a:gsLst>
            <a:gs pos="99000">
              <a:schemeClr val="accent3">
                <a:alpha val="15000"/>
              </a:schemeClr>
            </a:gs>
            <a:gs pos="41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60F231-8736-8B9D-2D85-A5FE252B08C8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0AB58598-C340-C04D-49E1-94832A3BCF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332836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Diapositiva de título">
    <p:bg>
      <p:bgPr>
        <a:gradFill>
          <a:gsLst>
            <a:gs pos="99000">
              <a:schemeClr val="accent3">
                <a:alpha val="15000"/>
              </a:schemeClr>
            </a:gs>
            <a:gs pos="41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60F231-8736-8B9D-2D85-A5FE252B08C8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8AB22E41-36B0-D83C-A990-F7E7DC45FD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3"/>
            <a:ext cx="1692271" cy="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30624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Diapositiva de título">
    <p:bg>
      <p:bgPr>
        <a:gradFill>
          <a:gsLst>
            <a:gs pos="98000">
              <a:schemeClr val="accent5">
                <a:alpha val="15000"/>
              </a:schemeClr>
            </a:gs>
            <a:gs pos="41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45CDA9-3CBF-CD07-9110-F915A1CF2422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</p:spTree>
    <p:extLst>
      <p:ext uri="{BB962C8B-B14F-4D97-AF65-F5344CB8AC3E}">
        <p14:creationId xmlns:p14="http://schemas.microsoft.com/office/powerpoint/2010/main" val="204687510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Diapositiva de título">
    <p:bg>
      <p:bgPr>
        <a:gradFill>
          <a:gsLst>
            <a:gs pos="98000">
              <a:schemeClr val="accent5">
                <a:alpha val="15000"/>
              </a:schemeClr>
            </a:gs>
            <a:gs pos="41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45CDA9-3CBF-CD07-9110-F915A1CF2422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7682EE6C-7231-9CCB-4D0B-7DB05E0C2B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2455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Diapositiva de título">
    <p:bg>
      <p:bgPr>
        <a:gradFill>
          <a:gsLst>
            <a:gs pos="98000">
              <a:schemeClr val="accent5">
                <a:alpha val="15000"/>
              </a:schemeClr>
            </a:gs>
            <a:gs pos="41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45CDA9-3CBF-CD07-9110-F915A1CF2422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F6611A1B-6FDF-07EC-9A7A-F05C07953B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3"/>
            <a:ext cx="1692271" cy="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57163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Diapositiva de título">
    <p:bg>
      <p:bgPr>
        <a:gradFill>
          <a:gsLst>
            <a:gs pos="100000">
              <a:schemeClr val="accent6">
                <a:alpha val="15000"/>
              </a:schemeClr>
            </a:gs>
            <a:gs pos="41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F26E41-8B3E-97D6-BF44-A3F06ECBCF0F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</p:spTree>
    <p:extLst>
      <p:ext uri="{BB962C8B-B14F-4D97-AF65-F5344CB8AC3E}">
        <p14:creationId xmlns:p14="http://schemas.microsoft.com/office/powerpoint/2010/main" val="66865264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Diapositiva de título">
    <p:bg>
      <p:bgPr>
        <a:gradFill>
          <a:gsLst>
            <a:gs pos="100000">
              <a:schemeClr val="accent6">
                <a:alpha val="15000"/>
              </a:schemeClr>
            </a:gs>
            <a:gs pos="41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F26E41-8B3E-97D6-BF44-A3F06ECBCF0F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C5CAE0E-334B-C29B-29BB-71AC6EEB7F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2"/>
            <a:ext cx="1692275" cy="4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7515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Diapositiva de título">
    <p:bg>
      <p:bgPr>
        <a:gradFill>
          <a:gsLst>
            <a:gs pos="100000">
              <a:schemeClr val="accent6">
                <a:alpha val="15000"/>
              </a:schemeClr>
            </a:gs>
            <a:gs pos="41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F26E41-8B3E-97D6-BF44-A3F06ECBCF0F}"/>
              </a:ext>
            </a:extLst>
          </p:cNvPr>
          <p:cNvSpPr/>
          <p:nvPr userDrawn="1"/>
        </p:nvSpPr>
        <p:spPr>
          <a:xfrm>
            <a:off x="2046" y="1"/>
            <a:ext cx="120229" cy="6858000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CEEE14C3-85B2-4678-FDEE-C8958669D9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0301" y="5920223"/>
            <a:ext cx="1692271" cy="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0337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Diapositiva de título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058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22.xml"/><Relationship Id="rId34" Type="http://schemas.openxmlformats.org/officeDocument/2006/relationships/slideLayout" Target="../slideLayouts/slideLayout35.xml"/><Relationship Id="rId42" Type="http://schemas.openxmlformats.org/officeDocument/2006/relationships/slideLayout" Target="../slideLayouts/slideLayout43.xml"/><Relationship Id="rId47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51.xml"/><Relationship Id="rId55" Type="http://schemas.openxmlformats.org/officeDocument/2006/relationships/slideLayout" Target="../slideLayouts/slideLayout56.xml"/><Relationship Id="rId6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32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41.xml"/><Relationship Id="rId45" Type="http://schemas.openxmlformats.org/officeDocument/2006/relationships/slideLayout" Target="../slideLayouts/slideLayout46.xml"/><Relationship Id="rId53" Type="http://schemas.openxmlformats.org/officeDocument/2006/relationships/slideLayout" Target="../slideLayouts/slideLayout54.xml"/><Relationship Id="rId58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.xml"/><Relationship Id="rId61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6.xml"/><Relationship Id="rId43" Type="http://schemas.openxmlformats.org/officeDocument/2006/relationships/slideLayout" Target="../slideLayouts/slideLayout44.xml"/><Relationship Id="rId48" Type="http://schemas.openxmlformats.org/officeDocument/2006/relationships/slideLayout" Target="../slideLayouts/slideLayout49.xml"/><Relationship Id="rId56" Type="http://schemas.openxmlformats.org/officeDocument/2006/relationships/slideLayout" Target="../slideLayouts/slideLayout57.xml"/><Relationship Id="rId64" Type="http://schemas.openxmlformats.org/officeDocument/2006/relationships/slideLayout" Target="../slideLayouts/slideLayout65.xml"/><Relationship Id="rId8" Type="http://schemas.openxmlformats.org/officeDocument/2006/relationships/slideLayout" Target="../slideLayouts/slideLayout9.xml"/><Relationship Id="rId51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34.xml"/><Relationship Id="rId38" Type="http://schemas.openxmlformats.org/officeDocument/2006/relationships/slideLayout" Target="../slideLayouts/slideLayout39.xml"/><Relationship Id="rId46" Type="http://schemas.openxmlformats.org/officeDocument/2006/relationships/slideLayout" Target="../slideLayouts/slideLayout47.xml"/><Relationship Id="rId59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21.xml"/><Relationship Id="rId41" Type="http://schemas.openxmlformats.org/officeDocument/2006/relationships/slideLayout" Target="../slideLayouts/slideLayout42.xml"/><Relationship Id="rId54" Type="http://schemas.openxmlformats.org/officeDocument/2006/relationships/slideLayout" Target="../slideLayouts/slideLayout55.xml"/><Relationship Id="rId6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37.xml"/><Relationship Id="rId49" Type="http://schemas.openxmlformats.org/officeDocument/2006/relationships/slideLayout" Target="../slideLayouts/slideLayout50.xml"/><Relationship Id="rId57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11.xml"/><Relationship Id="rId31" Type="http://schemas.openxmlformats.org/officeDocument/2006/relationships/slideLayout" Target="../slideLayouts/slideLayout32.xml"/><Relationship Id="rId44" Type="http://schemas.openxmlformats.org/officeDocument/2006/relationships/slideLayout" Target="../slideLayouts/slideLayout45.xml"/><Relationship Id="rId52" Type="http://schemas.openxmlformats.org/officeDocument/2006/relationships/slideLayout" Target="../slideLayouts/slideLayout53.xml"/><Relationship Id="rId60" Type="http://schemas.openxmlformats.org/officeDocument/2006/relationships/slideLayout" Target="../slideLayouts/slideLayout61.xml"/><Relationship Id="rId65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9" Type="http://schemas.openxmlformats.org/officeDocument/2006/relationships/slideLayout" Target="../slideLayouts/slideLayout4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9.xml"/></Relationships>
</file>

<file path=ppt/slideMasters/_rels/slideMaster4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92.xml"/><Relationship Id="rId34" Type="http://schemas.openxmlformats.org/officeDocument/2006/relationships/slideLayout" Target="../slideLayouts/slideLayout105.xml"/><Relationship Id="rId42" Type="http://schemas.openxmlformats.org/officeDocument/2006/relationships/slideLayout" Target="../slideLayouts/slideLayout113.xml"/><Relationship Id="rId47" Type="http://schemas.openxmlformats.org/officeDocument/2006/relationships/slideLayout" Target="../slideLayouts/slideLayout118.xml"/><Relationship Id="rId50" Type="http://schemas.openxmlformats.org/officeDocument/2006/relationships/slideLayout" Target="../slideLayouts/slideLayout121.xml"/><Relationship Id="rId55" Type="http://schemas.openxmlformats.org/officeDocument/2006/relationships/slideLayout" Target="../slideLayouts/slideLayout126.xml"/><Relationship Id="rId63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95.xml"/><Relationship Id="rId32" Type="http://schemas.openxmlformats.org/officeDocument/2006/relationships/slideLayout" Target="../slideLayouts/slideLayout103.xml"/><Relationship Id="rId37" Type="http://schemas.openxmlformats.org/officeDocument/2006/relationships/slideLayout" Target="../slideLayouts/slideLayout108.xml"/><Relationship Id="rId40" Type="http://schemas.openxmlformats.org/officeDocument/2006/relationships/slideLayout" Target="../slideLayouts/slideLayout111.xml"/><Relationship Id="rId45" Type="http://schemas.openxmlformats.org/officeDocument/2006/relationships/slideLayout" Target="../slideLayouts/slideLayout116.xml"/><Relationship Id="rId53" Type="http://schemas.openxmlformats.org/officeDocument/2006/relationships/slideLayout" Target="../slideLayouts/slideLayout124.xml"/><Relationship Id="rId58" Type="http://schemas.openxmlformats.org/officeDocument/2006/relationships/slideLayout" Target="../slideLayouts/slideLayout129.xml"/><Relationship Id="rId5" Type="http://schemas.openxmlformats.org/officeDocument/2006/relationships/slideLayout" Target="../slideLayouts/slideLayout76.xml"/><Relationship Id="rId61" Type="http://schemas.openxmlformats.org/officeDocument/2006/relationships/slideLayout" Target="../slideLayouts/slideLayout132.xml"/><Relationship Id="rId1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93.xml"/><Relationship Id="rId27" Type="http://schemas.openxmlformats.org/officeDocument/2006/relationships/slideLayout" Target="../slideLayouts/slideLayout98.xml"/><Relationship Id="rId30" Type="http://schemas.openxmlformats.org/officeDocument/2006/relationships/slideLayout" Target="../slideLayouts/slideLayout101.xml"/><Relationship Id="rId35" Type="http://schemas.openxmlformats.org/officeDocument/2006/relationships/slideLayout" Target="../slideLayouts/slideLayout106.xml"/><Relationship Id="rId43" Type="http://schemas.openxmlformats.org/officeDocument/2006/relationships/slideLayout" Target="../slideLayouts/slideLayout114.xml"/><Relationship Id="rId48" Type="http://schemas.openxmlformats.org/officeDocument/2006/relationships/slideLayout" Target="../slideLayouts/slideLayout119.xml"/><Relationship Id="rId56" Type="http://schemas.openxmlformats.org/officeDocument/2006/relationships/slideLayout" Target="../slideLayouts/slideLayout127.xml"/><Relationship Id="rId64" Type="http://schemas.openxmlformats.org/officeDocument/2006/relationships/slideLayout" Target="../slideLayouts/slideLayout135.xml"/><Relationship Id="rId8" Type="http://schemas.openxmlformats.org/officeDocument/2006/relationships/slideLayout" Target="../slideLayouts/slideLayout79.xml"/><Relationship Id="rId51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96.xml"/><Relationship Id="rId33" Type="http://schemas.openxmlformats.org/officeDocument/2006/relationships/slideLayout" Target="../slideLayouts/slideLayout104.xml"/><Relationship Id="rId38" Type="http://schemas.openxmlformats.org/officeDocument/2006/relationships/slideLayout" Target="../slideLayouts/slideLayout109.xml"/><Relationship Id="rId46" Type="http://schemas.openxmlformats.org/officeDocument/2006/relationships/slideLayout" Target="../slideLayouts/slideLayout117.xml"/><Relationship Id="rId59" Type="http://schemas.openxmlformats.org/officeDocument/2006/relationships/slideLayout" Target="../slideLayouts/slideLayout130.xml"/><Relationship Id="rId20" Type="http://schemas.openxmlformats.org/officeDocument/2006/relationships/slideLayout" Target="../slideLayouts/slideLayout91.xml"/><Relationship Id="rId41" Type="http://schemas.openxmlformats.org/officeDocument/2006/relationships/slideLayout" Target="../slideLayouts/slideLayout112.xml"/><Relationship Id="rId54" Type="http://schemas.openxmlformats.org/officeDocument/2006/relationships/slideLayout" Target="../slideLayouts/slideLayout125.xml"/><Relationship Id="rId62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94.xml"/><Relationship Id="rId28" Type="http://schemas.openxmlformats.org/officeDocument/2006/relationships/slideLayout" Target="../slideLayouts/slideLayout99.xml"/><Relationship Id="rId36" Type="http://schemas.openxmlformats.org/officeDocument/2006/relationships/slideLayout" Target="../slideLayouts/slideLayout107.xml"/><Relationship Id="rId49" Type="http://schemas.openxmlformats.org/officeDocument/2006/relationships/slideLayout" Target="../slideLayouts/slideLayout120.xml"/><Relationship Id="rId57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81.xml"/><Relationship Id="rId31" Type="http://schemas.openxmlformats.org/officeDocument/2006/relationships/slideLayout" Target="../slideLayouts/slideLayout102.xml"/><Relationship Id="rId44" Type="http://schemas.openxmlformats.org/officeDocument/2006/relationships/slideLayout" Target="../slideLayouts/slideLayout115.xml"/><Relationship Id="rId52" Type="http://schemas.openxmlformats.org/officeDocument/2006/relationships/slideLayout" Target="../slideLayouts/slideLayout123.xml"/><Relationship Id="rId60" Type="http://schemas.openxmlformats.org/officeDocument/2006/relationships/slideLayout" Target="../slideLayouts/slideLayout131.xml"/><Relationship Id="rId65" Type="http://schemas.openxmlformats.org/officeDocument/2006/relationships/theme" Target="../theme/theme4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9.xml"/><Relationship Id="rId39" Type="http://schemas.openxmlformats.org/officeDocument/2006/relationships/slideLayout" Target="../slideLayouts/slideLayout1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081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117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16" r:id="rId54"/>
    <p:sldLayoutId id="2147483717" r:id="rId55"/>
    <p:sldLayoutId id="2147483718" r:id="rId56"/>
    <p:sldLayoutId id="2147483719" r:id="rId57"/>
    <p:sldLayoutId id="2147483720" r:id="rId58"/>
    <p:sldLayoutId id="2147483721" r:id="rId59"/>
    <p:sldLayoutId id="2147483722" r:id="rId60"/>
    <p:sldLayoutId id="2147483723" r:id="rId61"/>
    <p:sldLayoutId id="2147483724" r:id="rId62"/>
    <p:sldLayoutId id="2147483725" r:id="rId63"/>
    <p:sldLayoutId id="2147483726" r:id="rId6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41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00">
          <p15:clr>
            <a:srgbClr val="F26B43"/>
          </p15:clr>
        </p15:guide>
        <p15:guide id="4" orient="horz" pos="4020">
          <p15:clr>
            <a:srgbClr val="F26B43"/>
          </p15:clr>
        </p15:guide>
        <p15:guide id="7" pos="302">
          <p15:clr>
            <a:srgbClr val="F26B43"/>
          </p15:clr>
        </p15:guide>
        <p15:guide id="29" pos="7378">
          <p15:clr>
            <a:srgbClr val="F26B43"/>
          </p15:clr>
        </p15:guide>
        <p15:guide id="31" pos="1345">
          <p15:clr>
            <a:srgbClr val="F26B43"/>
          </p15:clr>
        </p15:guide>
        <p15:guide id="32" pos="1481">
          <p15:clr>
            <a:srgbClr val="F26B43"/>
          </p15:clr>
        </p15:guide>
        <p15:guide id="33" pos="1958">
          <p15:clr>
            <a:srgbClr val="F26B43"/>
          </p15:clr>
        </p15:guide>
        <p15:guide id="34" pos="2094">
          <p15:clr>
            <a:srgbClr val="F26B43"/>
          </p15:clr>
        </p15:guide>
        <p15:guide id="35" pos="2570">
          <p15:clr>
            <a:srgbClr val="F26B43"/>
          </p15:clr>
        </p15:guide>
        <p15:guide id="36" pos="2706">
          <p15:clr>
            <a:srgbClr val="F26B43"/>
          </p15:clr>
        </p15:guide>
        <p15:guide id="37" pos="3160">
          <p15:clr>
            <a:srgbClr val="F26B43"/>
          </p15:clr>
        </p15:guide>
        <p15:guide id="38" pos="3296">
          <p15:clr>
            <a:srgbClr val="F26B43"/>
          </p15:clr>
        </p15:guide>
        <p15:guide id="39" pos="3772">
          <p15:clr>
            <a:srgbClr val="F26B43"/>
          </p15:clr>
        </p15:guide>
        <p15:guide id="40" pos="3908">
          <p15:clr>
            <a:srgbClr val="F26B43"/>
          </p15:clr>
        </p15:guide>
        <p15:guide id="41" pos="4362">
          <p15:clr>
            <a:srgbClr val="F26B43"/>
          </p15:clr>
        </p15:guide>
        <p15:guide id="42" pos="4498">
          <p15:clr>
            <a:srgbClr val="F26B43"/>
          </p15:clr>
        </p15:guide>
        <p15:guide id="43" pos="4974">
          <p15:clr>
            <a:srgbClr val="F26B43"/>
          </p15:clr>
        </p15:guide>
        <p15:guide id="44" pos="5110">
          <p15:clr>
            <a:srgbClr val="F26B43"/>
          </p15:clr>
        </p15:guide>
        <p15:guide id="45" pos="5586">
          <p15:clr>
            <a:srgbClr val="F26B43"/>
          </p15:clr>
        </p15:guide>
        <p15:guide id="46" pos="5722">
          <p15:clr>
            <a:srgbClr val="F26B43"/>
          </p15:clr>
        </p15:guide>
        <p15:guide id="47" pos="6176">
          <p15:clr>
            <a:srgbClr val="F26B43"/>
          </p15:clr>
        </p15:guide>
        <p15:guide id="48" pos="6312">
          <p15:clr>
            <a:srgbClr val="F26B43"/>
          </p15:clr>
        </p15:guide>
        <p15:guide id="49" pos="6788">
          <p15:clr>
            <a:srgbClr val="F26B43"/>
          </p15:clr>
        </p15:guide>
        <p15:guide id="50" pos="6924">
          <p15:clr>
            <a:srgbClr val="F26B43"/>
          </p15:clr>
        </p15:guide>
        <p15:guide id="51" pos="892">
          <p15:clr>
            <a:srgbClr val="F26B43"/>
          </p15:clr>
        </p15:guide>
        <p15:guide id="52" pos="756">
          <p15:clr>
            <a:srgbClr val="F26B43"/>
          </p15:clr>
        </p15:guide>
        <p15:guide id="53" orient="horz" pos="363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5591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5" r:id="rId21"/>
    <p:sldLayoutId id="2147483756" r:id="rId22"/>
    <p:sldLayoutId id="2147483757" r:id="rId23"/>
    <p:sldLayoutId id="2147483758" r:id="rId24"/>
    <p:sldLayoutId id="2147483759" r:id="rId25"/>
    <p:sldLayoutId id="2147483760" r:id="rId26"/>
    <p:sldLayoutId id="2147483761" r:id="rId27"/>
    <p:sldLayoutId id="2147483762" r:id="rId28"/>
    <p:sldLayoutId id="2147483763" r:id="rId29"/>
    <p:sldLayoutId id="2147483764" r:id="rId30"/>
    <p:sldLayoutId id="2147483765" r:id="rId31"/>
    <p:sldLayoutId id="2147483766" r:id="rId32"/>
    <p:sldLayoutId id="2147483767" r:id="rId33"/>
    <p:sldLayoutId id="2147483768" r:id="rId34"/>
    <p:sldLayoutId id="2147483769" r:id="rId35"/>
    <p:sldLayoutId id="2147483770" r:id="rId36"/>
    <p:sldLayoutId id="2147483771" r:id="rId37"/>
    <p:sldLayoutId id="2147483772" r:id="rId38"/>
    <p:sldLayoutId id="2147483773" r:id="rId39"/>
    <p:sldLayoutId id="2147483774" r:id="rId40"/>
    <p:sldLayoutId id="2147483775" r:id="rId41"/>
    <p:sldLayoutId id="2147483776" r:id="rId42"/>
    <p:sldLayoutId id="2147483777" r:id="rId43"/>
    <p:sldLayoutId id="2147483778" r:id="rId44"/>
    <p:sldLayoutId id="2147483779" r:id="rId45"/>
    <p:sldLayoutId id="2147483780" r:id="rId46"/>
    <p:sldLayoutId id="2147483781" r:id="rId47"/>
    <p:sldLayoutId id="2147483782" r:id="rId48"/>
    <p:sldLayoutId id="2147483783" r:id="rId49"/>
    <p:sldLayoutId id="2147483784" r:id="rId50"/>
    <p:sldLayoutId id="2147483785" r:id="rId51"/>
    <p:sldLayoutId id="2147483786" r:id="rId52"/>
    <p:sldLayoutId id="2147483787" r:id="rId53"/>
    <p:sldLayoutId id="2147483788" r:id="rId54"/>
    <p:sldLayoutId id="2147483789" r:id="rId55"/>
    <p:sldLayoutId id="2147483790" r:id="rId56"/>
    <p:sldLayoutId id="2147483791" r:id="rId57"/>
    <p:sldLayoutId id="2147483792" r:id="rId58"/>
    <p:sldLayoutId id="2147483793" r:id="rId59"/>
    <p:sldLayoutId id="2147483794" r:id="rId60"/>
    <p:sldLayoutId id="2147483795" r:id="rId61"/>
    <p:sldLayoutId id="2147483796" r:id="rId62"/>
    <p:sldLayoutId id="2147483797" r:id="rId63"/>
    <p:sldLayoutId id="2147483798" r:id="rId6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00">
          <p15:clr>
            <a:srgbClr val="F26B43"/>
          </p15:clr>
        </p15:guide>
        <p15:guide id="4" orient="horz" pos="4020">
          <p15:clr>
            <a:srgbClr val="F26B43"/>
          </p15:clr>
        </p15:guide>
        <p15:guide id="7" pos="302">
          <p15:clr>
            <a:srgbClr val="F26B43"/>
          </p15:clr>
        </p15:guide>
        <p15:guide id="29" pos="7378">
          <p15:clr>
            <a:srgbClr val="F26B43"/>
          </p15:clr>
        </p15:guide>
        <p15:guide id="31" pos="1345">
          <p15:clr>
            <a:srgbClr val="F26B43"/>
          </p15:clr>
        </p15:guide>
        <p15:guide id="32" pos="1481">
          <p15:clr>
            <a:srgbClr val="F26B43"/>
          </p15:clr>
        </p15:guide>
        <p15:guide id="33" pos="1958">
          <p15:clr>
            <a:srgbClr val="F26B43"/>
          </p15:clr>
        </p15:guide>
        <p15:guide id="34" pos="2094">
          <p15:clr>
            <a:srgbClr val="F26B43"/>
          </p15:clr>
        </p15:guide>
        <p15:guide id="35" pos="2570">
          <p15:clr>
            <a:srgbClr val="F26B43"/>
          </p15:clr>
        </p15:guide>
        <p15:guide id="36" pos="2706">
          <p15:clr>
            <a:srgbClr val="F26B43"/>
          </p15:clr>
        </p15:guide>
        <p15:guide id="37" pos="3160">
          <p15:clr>
            <a:srgbClr val="F26B43"/>
          </p15:clr>
        </p15:guide>
        <p15:guide id="38" pos="3296">
          <p15:clr>
            <a:srgbClr val="F26B43"/>
          </p15:clr>
        </p15:guide>
        <p15:guide id="39" pos="3772">
          <p15:clr>
            <a:srgbClr val="F26B43"/>
          </p15:clr>
        </p15:guide>
        <p15:guide id="40" pos="3908">
          <p15:clr>
            <a:srgbClr val="F26B43"/>
          </p15:clr>
        </p15:guide>
        <p15:guide id="41" pos="4362">
          <p15:clr>
            <a:srgbClr val="F26B43"/>
          </p15:clr>
        </p15:guide>
        <p15:guide id="42" pos="4498">
          <p15:clr>
            <a:srgbClr val="F26B43"/>
          </p15:clr>
        </p15:guide>
        <p15:guide id="43" pos="4974">
          <p15:clr>
            <a:srgbClr val="F26B43"/>
          </p15:clr>
        </p15:guide>
        <p15:guide id="44" pos="5110">
          <p15:clr>
            <a:srgbClr val="F26B43"/>
          </p15:clr>
        </p15:guide>
        <p15:guide id="45" pos="5586">
          <p15:clr>
            <a:srgbClr val="F26B43"/>
          </p15:clr>
        </p15:guide>
        <p15:guide id="46" pos="5722">
          <p15:clr>
            <a:srgbClr val="F26B43"/>
          </p15:clr>
        </p15:guide>
        <p15:guide id="47" pos="6176">
          <p15:clr>
            <a:srgbClr val="F26B43"/>
          </p15:clr>
        </p15:guide>
        <p15:guide id="48" pos="6312">
          <p15:clr>
            <a:srgbClr val="F26B43"/>
          </p15:clr>
        </p15:guide>
        <p15:guide id="49" pos="6788">
          <p15:clr>
            <a:srgbClr val="F26B43"/>
          </p15:clr>
        </p15:guide>
        <p15:guide id="50" pos="6924">
          <p15:clr>
            <a:srgbClr val="F26B43"/>
          </p15:clr>
        </p15:guide>
        <p15:guide id="51" pos="892">
          <p15:clr>
            <a:srgbClr val="F26B43"/>
          </p15:clr>
        </p15:guide>
        <p15:guide id="52" pos="756">
          <p15:clr>
            <a:srgbClr val="F26B43"/>
          </p15:clr>
        </p15:guide>
        <p15:guide id="53" orient="horz" pos="363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sv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0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8.sv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36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9" Type="http://schemas.openxmlformats.org/officeDocument/2006/relationships/image" Target="../media/image5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55.svg"/><Relationship Id="rId7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53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52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7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4.sv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29.svg"/><Relationship Id="rId7" Type="http://schemas.openxmlformats.org/officeDocument/2006/relationships/image" Target="../media/image8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82.png"/><Relationship Id="rId5" Type="http://schemas.openxmlformats.org/officeDocument/2006/relationships/image" Target="../media/image81.svg"/><Relationship Id="rId4" Type="http://schemas.openxmlformats.org/officeDocument/2006/relationships/image" Target="../media/image80.png"/><Relationship Id="rId9" Type="http://schemas.openxmlformats.org/officeDocument/2006/relationships/image" Target="../media/image8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6.xml"/><Relationship Id="rId5" Type="http://schemas.openxmlformats.org/officeDocument/2006/relationships/image" Target="../media/image87.svg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8E80848-E392-1834-3897-8D50977F5E6A}"/>
              </a:ext>
            </a:extLst>
          </p:cNvPr>
          <p:cNvSpPr txBox="1"/>
          <p:nvPr/>
        </p:nvSpPr>
        <p:spPr>
          <a:xfrm>
            <a:off x="708150" y="3313330"/>
            <a:ext cx="8685232" cy="161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0" b="1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avior Sans Expanded" pitchFamily="2" charset="77"/>
                <a:ea typeface="+mn-ea"/>
                <a:cs typeface="Libertad Bold" pitchFamily="2" charset="77"/>
              </a:rPr>
              <a:t>Automatización de datos – consulta RUES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CA9A22A-18AD-DB06-9AF1-CBD028EFEB1E}"/>
              </a:ext>
            </a:extLst>
          </p:cNvPr>
          <p:cNvSpPr txBox="1"/>
          <p:nvPr/>
        </p:nvSpPr>
        <p:spPr>
          <a:xfrm>
            <a:off x="708150" y="4903625"/>
            <a:ext cx="45471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avior Sans Expanded" pitchFamily="50" charset="0"/>
                <a:cs typeface="Libertad Regular" pitchFamily="2" charset="77"/>
              </a:rPr>
              <a:t>Analítica y Estudios Económicos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Savior Sans Expanded Light" pitchFamily="50" charset="0"/>
                <a:cs typeface="Libertad Regular" pitchFamily="2" charset="77"/>
              </a:rPr>
              <a:t>Diciembre de 2024</a:t>
            </a:r>
          </a:p>
        </p:txBody>
      </p:sp>
    </p:spTree>
    <p:extLst>
      <p:ext uri="{BB962C8B-B14F-4D97-AF65-F5344CB8AC3E}">
        <p14:creationId xmlns:p14="http://schemas.microsoft.com/office/powerpoint/2010/main" val="2884895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6D4F941-BF75-ADF7-9E55-0A47686FC1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258"/>
          <a:stretch/>
        </p:blipFill>
        <p:spPr>
          <a:xfrm>
            <a:off x="4775832" y="1586174"/>
            <a:ext cx="2640333" cy="7309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2E0406D-EC97-DEFD-982C-0DB60B3E2F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90"/>
          <a:stretch/>
        </p:blipFill>
        <p:spPr>
          <a:xfrm>
            <a:off x="8404540" y="1592630"/>
            <a:ext cx="2965259" cy="64792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13741B7-E1BA-E555-75ED-0C018EEF9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1474" y="3029203"/>
            <a:ext cx="4020032" cy="176239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DE62EE6-60CE-B3E8-9A08-C3FD97F43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074" y="2566687"/>
            <a:ext cx="3137691" cy="268742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08BBCA7-17DC-2430-91CB-A9CA9ECD52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411" y="2879099"/>
            <a:ext cx="3755151" cy="1907002"/>
          </a:xfrm>
          <a:prstGeom prst="rect">
            <a:avLst/>
          </a:prstGeom>
        </p:spPr>
      </p:pic>
      <p:sp>
        <p:nvSpPr>
          <p:cNvPr id="7" name="AutoShape 2">
            <a:extLst>
              <a:ext uri="{FF2B5EF4-FFF2-40B4-BE49-F238E27FC236}">
                <a16:creationId xmlns:a16="http://schemas.microsoft.com/office/drawing/2014/main" id="{714287B4-B3B8-DBB5-3A73-E1D27C69D2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527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Imagen 7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803D6DA2-42E1-4099-BB46-72F3C8AD036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2" b="9443"/>
          <a:stretch/>
        </p:blipFill>
        <p:spPr>
          <a:xfrm>
            <a:off x="822201" y="1527964"/>
            <a:ext cx="2856857" cy="847369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B103C16-FE84-54FC-7888-6D5016575576}"/>
              </a:ext>
            </a:extLst>
          </p:cNvPr>
          <p:cNvCxnSpPr>
            <a:cxnSpLocks/>
          </p:cNvCxnSpPr>
          <p:nvPr/>
        </p:nvCxnSpPr>
        <p:spPr>
          <a:xfrm>
            <a:off x="4240859" y="1249378"/>
            <a:ext cx="0" cy="547296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A0871AE-4F50-6278-65AB-0BF39DF9DEF4}"/>
              </a:ext>
            </a:extLst>
          </p:cNvPr>
          <p:cNvCxnSpPr>
            <a:cxnSpLocks/>
          </p:cNvCxnSpPr>
          <p:nvPr/>
        </p:nvCxnSpPr>
        <p:spPr>
          <a:xfrm>
            <a:off x="7870758" y="1249378"/>
            <a:ext cx="50900" cy="547296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E2127BD-4D00-88B3-4E5D-7EE64AE9F3D3}"/>
              </a:ext>
            </a:extLst>
          </p:cNvPr>
          <p:cNvSpPr txBox="1"/>
          <p:nvPr/>
        </p:nvSpPr>
        <p:spPr>
          <a:xfrm>
            <a:off x="230494" y="345396"/>
            <a:ext cx="11585452" cy="5080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200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Unidad de Competitividad e Internacionalización - Áreas</a:t>
            </a:r>
          </a:p>
        </p:txBody>
      </p:sp>
    </p:spTree>
    <p:extLst>
      <p:ext uri="{BB962C8B-B14F-4D97-AF65-F5344CB8AC3E}">
        <p14:creationId xmlns:p14="http://schemas.microsoft.com/office/powerpoint/2010/main" val="2799155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F1DE54F-8835-AEB0-1121-42D1674C3E3E}"/>
              </a:ext>
            </a:extLst>
          </p:cNvPr>
          <p:cNvSpPr txBox="1"/>
          <p:nvPr/>
        </p:nvSpPr>
        <p:spPr>
          <a:xfrm>
            <a:off x="230494" y="345396"/>
            <a:ext cx="8608705" cy="6118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Contexto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BD704C7-E042-79A2-9AC5-450663554345}"/>
              </a:ext>
            </a:extLst>
          </p:cNvPr>
          <p:cNvSpPr txBox="1"/>
          <p:nvPr/>
        </p:nvSpPr>
        <p:spPr>
          <a:xfrm>
            <a:off x="494042" y="949216"/>
            <a:ext cx="62511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800" dirty="0">
                <a:solidFill>
                  <a:schemeClr val="tx2"/>
                </a:solidFill>
                <a:latin typeface="Savior Sans Expanded Light" pitchFamily="2" charset="0"/>
              </a:rPr>
              <a:t>La información del </a:t>
            </a:r>
            <a:r>
              <a:rPr lang="es-ES" sz="1800" dirty="0">
                <a:solidFill>
                  <a:srgbClr val="FF207B"/>
                </a:solidFill>
                <a:latin typeface="Savior Sans Expanded Light" pitchFamily="2" charset="0"/>
              </a:rPr>
              <a:t>RUES</a:t>
            </a:r>
            <a:r>
              <a:rPr lang="es-ES" sz="1800" dirty="0">
                <a:solidFill>
                  <a:schemeClr val="tx2"/>
                </a:solidFill>
                <a:latin typeface="Savior Sans Expanded Light" pitchFamily="2" charset="0"/>
              </a:rPr>
              <a:t> (Registro Único Empresarial) es vital para </a:t>
            </a:r>
            <a:r>
              <a:rPr lang="es-ES" sz="1800" dirty="0">
                <a:solidFill>
                  <a:srgbClr val="FF207B"/>
                </a:solidFill>
                <a:latin typeface="Savior Sans Expanded Light" pitchFamily="2" charset="0"/>
              </a:rPr>
              <a:t>garantizar la calidad de datos de la unidad</a:t>
            </a:r>
            <a:r>
              <a:rPr lang="es-ES" sz="1800" dirty="0">
                <a:solidFill>
                  <a:schemeClr val="tx2"/>
                </a:solidFill>
                <a:latin typeface="Savior Sans Expanded Light" pitchFamily="2" charset="0"/>
              </a:rPr>
              <a:t>. Actualmente, el proceso de consulta de 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dicha</a:t>
            </a:r>
            <a:r>
              <a:rPr lang="es-ES" sz="1800" dirty="0">
                <a:solidFill>
                  <a:schemeClr val="tx2"/>
                </a:solidFill>
                <a:latin typeface="Savior Sans Expanded Light" pitchFamily="2" charset="0"/>
              </a:rPr>
              <a:t> información se realiza de forma manual y repetitiva, lo cual:</a:t>
            </a:r>
          </a:p>
          <a:p>
            <a:pPr marL="285750" indent="-285750" algn="just">
              <a:buFontTx/>
              <a:buChar char="-"/>
            </a:pPr>
            <a:r>
              <a:rPr lang="es-ES" dirty="0">
                <a:solidFill>
                  <a:srgbClr val="FF207B"/>
                </a:solidFill>
                <a:latin typeface="Savior Sans Expanded Light" pitchFamily="2" charset="0"/>
              </a:rPr>
              <a:t>C</a:t>
            </a:r>
            <a:r>
              <a:rPr lang="es-ES" sz="1800" dirty="0">
                <a:solidFill>
                  <a:srgbClr val="FF207B"/>
                </a:solidFill>
                <a:latin typeface="Savior Sans Expanded Light" pitchFamily="2" charset="0"/>
              </a:rPr>
              <a:t>onsume tiempo de trabajo </a:t>
            </a:r>
            <a:r>
              <a:rPr lang="es-ES" sz="1800" dirty="0">
                <a:solidFill>
                  <a:schemeClr val="tx2"/>
                </a:solidFill>
                <a:latin typeface="Savior Sans Expanded Light" pitchFamily="2" charset="0"/>
              </a:rPr>
              <a:t>que puede ser empleado en demás tareas</a:t>
            </a:r>
          </a:p>
          <a:p>
            <a:pPr marL="285750" indent="-285750" algn="just">
              <a:buFontTx/>
              <a:buChar char="-"/>
            </a:pPr>
            <a:r>
              <a:rPr lang="es-ES" sz="1800" dirty="0">
                <a:solidFill>
                  <a:schemeClr val="tx2"/>
                </a:solidFill>
                <a:latin typeface="Savior Sans Expanded Light" pitchFamily="2" charset="0"/>
              </a:rPr>
              <a:t>Incrementa la posibilidad de </a:t>
            </a:r>
            <a:r>
              <a:rPr lang="es-ES" sz="1800" dirty="0">
                <a:solidFill>
                  <a:srgbClr val="FF207B"/>
                </a:solidFill>
                <a:latin typeface="Savior Sans Expanded Light" pitchFamily="2" charset="0"/>
              </a:rPr>
              <a:t>cometer errores</a:t>
            </a:r>
            <a:r>
              <a:rPr lang="es-ES" sz="1800" dirty="0">
                <a:solidFill>
                  <a:schemeClr val="tx2"/>
                </a:solidFill>
                <a:latin typeface="Savior Sans Expanded Light" pitchFamily="2" charset="0"/>
              </a:rPr>
              <a:t>, disminuyendo así la calidad de los datos.</a:t>
            </a:r>
          </a:p>
        </p:txBody>
      </p:sp>
      <p:pic>
        <p:nvPicPr>
          <p:cNvPr id="1028" name="Picture 4" descr="Philia Sophia - Javier Forero: LAS CINCO ETAPAS DEL ANÁLISIS DE DATOS">
            <a:extLst>
              <a:ext uri="{FF2B5EF4-FFF2-40B4-BE49-F238E27FC236}">
                <a16:creationId xmlns:a16="http://schemas.microsoft.com/office/drawing/2014/main" id="{E9E96848-E28B-CCDE-F341-0F0558DFF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467" y="2293099"/>
            <a:ext cx="48768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DD5C93D-FEA5-478F-0193-0129FB5A3892}"/>
              </a:ext>
            </a:extLst>
          </p:cNvPr>
          <p:cNvSpPr txBox="1"/>
          <p:nvPr/>
        </p:nvSpPr>
        <p:spPr>
          <a:xfrm>
            <a:off x="494041" y="3542417"/>
            <a:ext cx="62511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En este sentido, se busca </a:t>
            </a:r>
            <a:r>
              <a:rPr lang="es-ES" dirty="0">
                <a:solidFill>
                  <a:schemeClr val="accent6"/>
                </a:solidFill>
                <a:latin typeface="Savior Sans Expanded Light" pitchFamily="2" charset="0"/>
              </a:rPr>
              <a:t>automatizar la extracción y actualización de datos 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de una fuente externa -como el RUES- con el fin de reducir tiempo de trabajo en el procesamiento de datos.</a:t>
            </a:r>
            <a:endParaRPr lang="es-ES" sz="1800" dirty="0">
              <a:solidFill>
                <a:schemeClr val="tx2"/>
              </a:solidFill>
              <a:latin typeface="Savior Sans Expanded Light" pitchFamily="2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496D45BC-8CFC-EC86-0C07-D09AE681F7EF}"/>
              </a:ext>
            </a:extLst>
          </p:cNvPr>
          <p:cNvGrpSpPr/>
          <p:nvPr/>
        </p:nvGrpSpPr>
        <p:grpSpPr>
          <a:xfrm>
            <a:off x="650628" y="4931562"/>
            <a:ext cx="6094554" cy="1382478"/>
            <a:chOff x="572756" y="4454784"/>
            <a:chExt cx="5982116" cy="1272776"/>
          </a:xfrm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0AE99F62-8B79-1CA9-675C-5A971C774B30}"/>
                </a:ext>
              </a:extLst>
            </p:cNvPr>
            <p:cNvSpPr/>
            <p:nvPr/>
          </p:nvSpPr>
          <p:spPr>
            <a:xfrm>
              <a:off x="572756" y="4454784"/>
              <a:ext cx="5982116" cy="127277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ACA8CD9A-E8B0-F492-850F-A073217DF6BF}"/>
                </a:ext>
              </a:extLst>
            </p:cNvPr>
            <p:cNvSpPr txBox="1"/>
            <p:nvPr/>
          </p:nvSpPr>
          <p:spPr>
            <a:xfrm>
              <a:off x="658167" y="4555307"/>
              <a:ext cx="5896705" cy="1105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s-ES" dirty="0">
                  <a:solidFill>
                    <a:schemeClr val="tx2"/>
                  </a:solidFill>
                  <a:latin typeface="Savior Sans Expanded Light" pitchFamily="2" charset="0"/>
                </a:rPr>
                <a:t>Como piloto se priorizará el área de Iniciativas Clúster, específicamente el </a:t>
              </a:r>
              <a:r>
                <a:rPr lang="es-ES" dirty="0">
                  <a:solidFill>
                    <a:schemeClr val="accent6"/>
                  </a:solidFill>
                  <a:latin typeface="Savior Sans Expanded Light" pitchFamily="2" charset="0"/>
                </a:rPr>
                <a:t>Cluster de Belleza</a:t>
              </a:r>
              <a:r>
                <a:rPr lang="es-ES" dirty="0">
                  <a:solidFill>
                    <a:schemeClr val="tx2"/>
                  </a:solidFill>
                  <a:latin typeface="Savior Sans Expanded Light" pitchFamily="2" charset="0"/>
                </a:rPr>
                <a:t>. Sin embargo, se han identificado algunas fuentes de información internas  que incluyen más responsables</a:t>
              </a:r>
              <a:endParaRPr lang="es-ES" sz="1800" dirty="0">
                <a:solidFill>
                  <a:schemeClr val="tx2"/>
                </a:solidFill>
                <a:latin typeface="Savior Sans Expanded Light" pitchFamily="2" charset="0"/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872EC132-BFB4-47A9-11F8-522191061634}"/>
              </a:ext>
            </a:extLst>
          </p:cNvPr>
          <p:cNvSpPr txBox="1"/>
          <p:nvPr/>
        </p:nvSpPr>
        <p:spPr>
          <a:xfrm>
            <a:off x="494042" y="3276994"/>
            <a:ext cx="1244322" cy="32611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Objetivo: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5E57D48-4914-2D32-926D-DD8DAA7E3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943" y="1395574"/>
            <a:ext cx="2437850" cy="74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67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8F625A2-8712-93E7-36C9-1858D6F3A04C}"/>
              </a:ext>
            </a:extLst>
          </p:cNvPr>
          <p:cNvSpPr txBox="1"/>
          <p:nvPr/>
        </p:nvSpPr>
        <p:spPr>
          <a:xfrm>
            <a:off x="418135" y="1082173"/>
            <a:ext cx="655268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s-ES" b="1" dirty="0">
                <a:solidFill>
                  <a:schemeClr val="accent6"/>
                </a:solidFill>
                <a:latin typeface="Savior Sans Expanded Light" pitchFamily="2" charset="0"/>
              </a:rPr>
              <a:t>Identificación de Archivos Excel Primarios: 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Estos son los archivos </a:t>
            </a:r>
            <a:r>
              <a:rPr lang="es-ES" dirty="0">
                <a:solidFill>
                  <a:srgbClr val="FF207B"/>
                </a:solidFill>
                <a:latin typeface="Savior Sans Expanded Light" pitchFamily="2" charset="0"/>
              </a:rPr>
              <a:t>Excel principales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 que contienen la información clave que se necesita confirmar y/o actualizar. Ejemplo: </a:t>
            </a:r>
            <a:r>
              <a:rPr lang="es-ES" dirty="0" err="1">
                <a:solidFill>
                  <a:schemeClr val="tx2"/>
                </a:solidFill>
                <a:latin typeface="Savior Sans Expanded Light" pitchFamily="2" charset="0"/>
              </a:rPr>
              <a:t>Matrem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 CCC, </a:t>
            </a:r>
            <a:r>
              <a:rPr lang="es-ES" dirty="0" err="1">
                <a:solidFill>
                  <a:schemeClr val="tx2"/>
                </a:solidFill>
                <a:latin typeface="Savior Sans Expanded Light" pitchFamily="2" charset="0"/>
              </a:rPr>
              <a:t>Matrem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 Valle y Cauca, Importaciones, Exportaciones, etc.</a:t>
            </a:r>
          </a:p>
          <a:p>
            <a:pPr indent="-342900" algn="just">
              <a:buFont typeface="+mj-lt"/>
              <a:buAutoNum type="arabicPeriod"/>
            </a:pPr>
            <a:endParaRPr lang="es-ES" dirty="0">
              <a:solidFill>
                <a:schemeClr val="tx2"/>
              </a:solidFill>
              <a:latin typeface="Savior Sans Expanded Ligh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" b="1" dirty="0">
                <a:solidFill>
                  <a:schemeClr val="accent6"/>
                </a:solidFill>
                <a:latin typeface="Savior Sans Expanded Light" pitchFamily="2" charset="0"/>
              </a:rPr>
              <a:t>Actualización de Fuentes Secundarias: 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A partir de los archivos Excel primarios, se identifican las </a:t>
            </a:r>
            <a:r>
              <a:rPr lang="es-ES" dirty="0">
                <a:solidFill>
                  <a:srgbClr val="FF207B"/>
                </a:solidFill>
                <a:latin typeface="Savior Sans Expanded Light" pitchFamily="2" charset="0"/>
              </a:rPr>
              <a:t>fuentes secundarias 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que deben actualizarse. Estas fuentes por lo general son archivos Excel independientes que necesitan traer datos como ventas de las empresas, tamaño, CIIU Estado de matrícula, etc.</a:t>
            </a:r>
          </a:p>
          <a:p>
            <a:pPr marL="342900" indent="-342900" algn="just">
              <a:buFont typeface="+mj-lt"/>
              <a:buAutoNum type="arabicPeriod"/>
            </a:pPr>
            <a:endParaRPr lang="es-ES" b="1" dirty="0">
              <a:solidFill>
                <a:schemeClr val="accent6"/>
              </a:solidFill>
              <a:latin typeface="Savior Sans Expanded Ligh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" b="1" dirty="0">
                <a:solidFill>
                  <a:schemeClr val="accent6"/>
                </a:solidFill>
                <a:latin typeface="Savior Sans Expanded Light" pitchFamily="2" charset="0"/>
              </a:rPr>
              <a:t>Extracción de Datos Relevantes: 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Se extraen MANUALMENTE los datos relevantes de los archivos Excel primarios para cada fuente secundaria. Esto puede implicar buscar por medio de una </a:t>
            </a:r>
            <a:r>
              <a:rPr lang="es-ES" dirty="0">
                <a:solidFill>
                  <a:srgbClr val="FF207B"/>
                </a:solidFill>
                <a:latin typeface="Savior Sans Expanded Light" pitchFamily="2" charset="0"/>
              </a:rPr>
              <a:t>llave o identificador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, por ejemplo, el </a:t>
            </a:r>
            <a:r>
              <a:rPr lang="es-ES" dirty="0">
                <a:solidFill>
                  <a:srgbClr val="FF207B"/>
                </a:solidFill>
                <a:latin typeface="Savior Sans Expanded Light" pitchFamily="2" charset="0"/>
              </a:rPr>
              <a:t>“NIT”</a:t>
            </a:r>
            <a:r>
              <a:rPr lang="es-ES" dirty="0">
                <a:solidFill>
                  <a:srgbClr val="2C398E"/>
                </a:solidFill>
                <a:latin typeface="Savior Sans Expanded Light" pitchFamily="2" charset="0"/>
              </a:rPr>
              <a:t>.</a:t>
            </a:r>
            <a:r>
              <a:rPr lang="es-ES" dirty="0">
                <a:solidFill>
                  <a:srgbClr val="FF207B"/>
                </a:solidFill>
                <a:latin typeface="Savior Sans Expanded Light" pitchFamily="2" charset="0"/>
              </a:rPr>
              <a:t> 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Luego, se  “copian” y “pegan” los datos extraídos de la página en el archivo Excel.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A51C842-047B-FA43-42C3-1475136956FA}"/>
              </a:ext>
            </a:extLst>
          </p:cNvPr>
          <p:cNvSpPr txBox="1"/>
          <p:nvPr/>
        </p:nvSpPr>
        <p:spPr>
          <a:xfrm>
            <a:off x="230495" y="345396"/>
            <a:ext cx="10124788" cy="6118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¿Cómo estamos extrayendo los datos?</a:t>
            </a:r>
            <a:endParaRPr lang="es-ES" dirty="0">
              <a:solidFill>
                <a:schemeClr val="accent6"/>
              </a:solidFill>
              <a:latin typeface="Savior Sans Expanded" pitchFamily="50" charset="0"/>
              <a:cs typeface="+mn-cs"/>
            </a:endParaRPr>
          </a:p>
        </p:txBody>
      </p:sp>
      <p:pic>
        <p:nvPicPr>
          <p:cNvPr id="8" name="Imagen 7" descr="Forma&#10;&#10;Descripción generada automáticamente con confianza baja">
            <a:extLst>
              <a:ext uri="{FF2B5EF4-FFF2-40B4-BE49-F238E27FC236}">
                <a16:creationId xmlns:a16="http://schemas.microsoft.com/office/drawing/2014/main" id="{376A77D9-B695-267C-830D-E462BB01AA6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7441" y="213282"/>
            <a:ext cx="1137674" cy="113767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2BF8FD8-8BDE-67BF-26A6-E797927B1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462" y="1205320"/>
            <a:ext cx="3343742" cy="457264"/>
          </a:xfrm>
          <a:prstGeom prst="rect">
            <a:avLst/>
          </a:prstGeom>
          <a:ln>
            <a:solidFill>
              <a:srgbClr val="2C398E"/>
            </a:solidFill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1BF71C6-46D8-25AB-7082-1D71DFF5B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8002" y="1948774"/>
            <a:ext cx="781159" cy="447737"/>
          </a:xfrm>
          <a:prstGeom prst="rect">
            <a:avLst/>
          </a:prstGeom>
        </p:spPr>
      </p:pic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AE6C10E7-50A1-8117-E6C3-46B33225DDDD}"/>
              </a:ext>
            </a:extLst>
          </p:cNvPr>
          <p:cNvSpPr/>
          <p:nvPr/>
        </p:nvSpPr>
        <p:spPr>
          <a:xfrm flipH="1">
            <a:off x="9041080" y="1662584"/>
            <a:ext cx="91045" cy="296991"/>
          </a:xfrm>
          <a:prstGeom prst="downArrow">
            <a:avLst/>
          </a:prstGeom>
          <a:solidFill>
            <a:srgbClr val="2C398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0A3217B-D146-CF23-C999-1C6690D0262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57460" y="2730201"/>
            <a:ext cx="2882036" cy="3082194"/>
          </a:xfrm>
          <a:prstGeom prst="rect">
            <a:avLst/>
          </a:prstGeom>
          <a:ln>
            <a:solidFill>
              <a:srgbClr val="2C398E"/>
            </a:solidFill>
          </a:ln>
        </p:spPr>
      </p:pic>
      <p:sp>
        <p:nvSpPr>
          <p:cNvPr id="14" name="Flecha: hacia abajo 13">
            <a:extLst>
              <a:ext uri="{FF2B5EF4-FFF2-40B4-BE49-F238E27FC236}">
                <a16:creationId xmlns:a16="http://schemas.microsoft.com/office/drawing/2014/main" id="{C21E7EF2-D55C-332D-97F9-81ECB3B92A1F}"/>
              </a:ext>
            </a:extLst>
          </p:cNvPr>
          <p:cNvSpPr/>
          <p:nvPr/>
        </p:nvSpPr>
        <p:spPr>
          <a:xfrm flipH="1">
            <a:off x="9054933" y="2399682"/>
            <a:ext cx="91045" cy="296991"/>
          </a:xfrm>
          <a:prstGeom prst="downArrow">
            <a:avLst/>
          </a:prstGeom>
          <a:solidFill>
            <a:srgbClr val="2C398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4726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1FF043B-E6FF-9B10-F0E5-5B4D1934F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05562" y="213282"/>
            <a:ext cx="1137674" cy="113767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B4E26F6-57B3-55EB-DE50-DB09F9FB2573}"/>
              </a:ext>
            </a:extLst>
          </p:cNvPr>
          <p:cNvSpPr txBox="1"/>
          <p:nvPr/>
        </p:nvSpPr>
        <p:spPr>
          <a:xfrm>
            <a:off x="230494" y="345396"/>
            <a:ext cx="8608705" cy="11043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¿En que costos se incurre con este método?</a:t>
            </a:r>
            <a:endParaRPr lang="es-ES" dirty="0">
              <a:solidFill>
                <a:schemeClr val="accent6"/>
              </a:solidFill>
              <a:latin typeface="Savior Sans Expanded" pitchFamily="50" charset="0"/>
              <a:cs typeface="+mn-cs"/>
            </a:endParaRP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E47292F-DB0B-2585-4E19-D5B0F75779A1}"/>
              </a:ext>
            </a:extLst>
          </p:cNvPr>
          <p:cNvGrpSpPr/>
          <p:nvPr/>
        </p:nvGrpSpPr>
        <p:grpSpPr>
          <a:xfrm>
            <a:off x="551246" y="1834470"/>
            <a:ext cx="3593242" cy="936529"/>
            <a:chOff x="551246" y="1834470"/>
            <a:chExt cx="3593242" cy="936529"/>
          </a:xfrm>
        </p:grpSpPr>
        <p:sp>
          <p:nvSpPr>
            <p:cNvPr id="23" name="Rectángulo redondeado 7">
              <a:extLst>
                <a:ext uri="{FF2B5EF4-FFF2-40B4-BE49-F238E27FC236}">
                  <a16:creationId xmlns:a16="http://schemas.microsoft.com/office/drawing/2014/main" id="{559F1862-F461-5128-0135-E839C555400D}"/>
                </a:ext>
              </a:extLst>
            </p:cNvPr>
            <p:cNvSpPr/>
            <p:nvPr/>
          </p:nvSpPr>
          <p:spPr>
            <a:xfrm>
              <a:off x="551246" y="1834470"/>
              <a:ext cx="3593242" cy="93652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64541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4" name="Gráfico 23">
              <a:extLst>
                <a:ext uri="{FF2B5EF4-FFF2-40B4-BE49-F238E27FC236}">
                  <a16:creationId xmlns:a16="http://schemas.microsoft.com/office/drawing/2014/main" id="{2E7E8A0B-1594-F411-FE1E-3FA36948D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76833" y="1890396"/>
              <a:ext cx="817798" cy="817798"/>
            </a:xfrm>
            <a:prstGeom prst="rect">
              <a:avLst/>
            </a:prstGeom>
          </p:spPr>
        </p:pic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73A4D8DD-0719-C0C4-913C-8BBFDBAFBCE1}"/>
                </a:ext>
              </a:extLst>
            </p:cNvPr>
            <p:cNvSpPr txBox="1"/>
            <p:nvPr/>
          </p:nvSpPr>
          <p:spPr>
            <a:xfrm>
              <a:off x="1961152" y="1996785"/>
              <a:ext cx="199333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CO" sz="3600" b="1" dirty="0">
                  <a:solidFill>
                    <a:srgbClr val="284096"/>
                  </a:solidFill>
                  <a:latin typeface="Savior Sans Expanded" pitchFamily="2" charset="0"/>
                </a:rPr>
                <a:t>Tiempo</a:t>
              </a:r>
              <a:endParaRPr kumimoji="0" lang="es-CO" sz="3600" b="1" i="0" u="none" strike="noStrike" kern="1200" cap="none" spc="0" normalizeH="0" baseline="0" noProof="0" dirty="0">
                <a:ln>
                  <a:noFill/>
                </a:ln>
                <a:solidFill>
                  <a:srgbClr val="12176B"/>
                </a:solidFill>
                <a:effectLst/>
                <a:uLnTx/>
                <a:uFillTx/>
                <a:latin typeface="Savior Sans Expanded" pitchFamily="2" charset="0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E3DE50FB-56BF-5D14-73FA-B3F073019B69}"/>
              </a:ext>
            </a:extLst>
          </p:cNvPr>
          <p:cNvGrpSpPr/>
          <p:nvPr/>
        </p:nvGrpSpPr>
        <p:grpSpPr>
          <a:xfrm>
            <a:off x="5477008" y="2278984"/>
            <a:ext cx="5614543" cy="936529"/>
            <a:chOff x="5203878" y="2053358"/>
            <a:chExt cx="5614543" cy="936529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20" name="Rectángulo redondeado 8">
              <a:extLst>
                <a:ext uri="{FF2B5EF4-FFF2-40B4-BE49-F238E27FC236}">
                  <a16:creationId xmlns:a16="http://schemas.microsoft.com/office/drawing/2014/main" id="{79224C33-FD25-DDFF-2F91-6DF656B40E69}"/>
                </a:ext>
              </a:extLst>
            </p:cNvPr>
            <p:cNvSpPr/>
            <p:nvPr/>
          </p:nvSpPr>
          <p:spPr>
            <a:xfrm>
              <a:off x="5203878" y="2053358"/>
              <a:ext cx="5614543" cy="93652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64541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1" name="Gráfico 20">
              <a:extLst>
                <a:ext uri="{FF2B5EF4-FFF2-40B4-BE49-F238E27FC236}">
                  <a16:creationId xmlns:a16="http://schemas.microsoft.com/office/drawing/2014/main" id="{28603B03-2ECC-4063-F13A-651AA069C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5429465" y="2109284"/>
              <a:ext cx="817798" cy="817798"/>
            </a:xfrm>
            <a:prstGeom prst="rect">
              <a:avLst/>
            </a:prstGeom>
          </p:spPr>
        </p:pic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41A2EE91-EB34-4DB4-DC1C-81DBDEEF08B0}"/>
                </a:ext>
              </a:extLst>
            </p:cNvPr>
            <p:cNvSpPr txBox="1"/>
            <p:nvPr/>
          </p:nvSpPr>
          <p:spPr>
            <a:xfrm>
              <a:off x="6317706" y="2120499"/>
              <a:ext cx="439383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284096"/>
                  </a:solidFill>
                  <a:effectLst/>
                  <a:uLnTx/>
                  <a:uFillTx/>
                  <a:latin typeface="Savior Sans Expanded" pitchFamily="2" charset="0"/>
                  <a:cs typeface="Libertad Regular" pitchFamily="2" charset="77"/>
                </a:rPr>
                <a:t>Aumento en la probabilidad de error en el dato</a:t>
              </a:r>
              <a:endParaRPr kumimoji="0" lang="es-CO" sz="2400" b="1" i="0" u="none" strike="noStrike" kern="1200" cap="none" spc="0" normalizeH="0" baseline="0" noProof="0" dirty="0">
                <a:ln>
                  <a:noFill/>
                </a:ln>
                <a:solidFill>
                  <a:srgbClr val="12176B"/>
                </a:solidFill>
                <a:effectLst/>
                <a:uLnTx/>
                <a:uFillTx/>
                <a:latin typeface="Savior Sans Expanded" pitchFamily="2" charset="0"/>
              </a:endParaRP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5C990BFC-7FB7-8A86-40F6-F987C5C2BD65}"/>
              </a:ext>
            </a:extLst>
          </p:cNvPr>
          <p:cNvGrpSpPr/>
          <p:nvPr/>
        </p:nvGrpSpPr>
        <p:grpSpPr>
          <a:xfrm>
            <a:off x="548765" y="3401579"/>
            <a:ext cx="5911067" cy="936529"/>
            <a:chOff x="548765" y="3152203"/>
            <a:chExt cx="5911067" cy="936529"/>
          </a:xfrm>
        </p:grpSpPr>
        <p:sp>
          <p:nvSpPr>
            <p:cNvPr id="17" name="Rectángulo redondeado 9">
              <a:extLst>
                <a:ext uri="{FF2B5EF4-FFF2-40B4-BE49-F238E27FC236}">
                  <a16:creationId xmlns:a16="http://schemas.microsoft.com/office/drawing/2014/main" id="{654869A9-F986-42ED-4257-1F79E15D6363}"/>
                </a:ext>
              </a:extLst>
            </p:cNvPr>
            <p:cNvSpPr/>
            <p:nvPr/>
          </p:nvSpPr>
          <p:spPr>
            <a:xfrm>
              <a:off x="548765" y="3152203"/>
              <a:ext cx="5804534" cy="93652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8" name="Gráfico 17">
              <a:extLst>
                <a:ext uri="{FF2B5EF4-FFF2-40B4-BE49-F238E27FC236}">
                  <a16:creationId xmlns:a16="http://schemas.microsoft.com/office/drawing/2014/main" id="{E728EE9A-5900-B6C5-67E8-4C0289A64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774352" y="3208129"/>
              <a:ext cx="817798" cy="817798"/>
            </a:xfrm>
            <a:prstGeom prst="rect">
              <a:avLst/>
            </a:prstGeom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52A8A680-042B-6588-D789-4102DEF7021F}"/>
                </a:ext>
              </a:extLst>
            </p:cNvPr>
            <p:cNvSpPr txBox="1"/>
            <p:nvPr/>
          </p:nvSpPr>
          <p:spPr>
            <a:xfrm>
              <a:off x="1714571" y="3263085"/>
              <a:ext cx="4745261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84096"/>
                  </a:solidFill>
                  <a:effectLst/>
                  <a:uLnTx/>
                  <a:uFillTx/>
                  <a:latin typeface="Savior Sans Expanded" pitchFamily="2" charset="0"/>
                </a:rPr>
                <a:t>Costo de </a:t>
              </a:r>
              <a:r>
                <a:rPr lang="es-CO" sz="2000" b="1" dirty="0">
                  <a:solidFill>
                    <a:srgbClr val="284096"/>
                  </a:solidFill>
                  <a:latin typeface="Savior Sans Expanded" pitchFamily="2" charset="0"/>
                </a:rPr>
                <a:t>oportunidad entre tiempo de búsqueda y demás actividades</a:t>
              </a:r>
              <a:endParaRPr kumimoji="0" lang="es-CO" sz="2000" b="1" i="0" u="none" strike="noStrike" kern="1200" cap="none" spc="0" normalizeH="0" baseline="0" noProof="0" dirty="0">
                <a:ln>
                  <a:noFill/>
                </a:ln>
                <a:solidFill>
                  <a:srgbClr val="12176B"/>
                </a:solidFill>
                <a:effectLst/>
                <a:uLnTx/>
                <a:uFillTx/>
                <a:latin typeface="Savior Sans Expanded" pitchFamily="2" charset="0"/>
              </a:endParaRP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F4666350-D990-DE1E-A6F1-4B01A70197F4}"/>
              </a:ext>
            </a:extLst>
          </p:cNvPr>
          <p:cNvGrpSpPr/>
          <p:nvPr/>
        </p:nvGrpSpPr>
        <p:grpSpPr>
          <a:xfrm>
            <a:off x="5524516" y="4536048"/>
            <a:ext cx="3593242" cy="936529"/>
            <a:chOff x="5524516" y="4536048"/>
            <a:chExt cx="3593242" cy="936529"/>
          </a:xfrm>
        </p:grpSpPr>
        <p:sp>
          <p:nvSpPr>
            <p:cNvPr id="14" name="Rectángulo redondeado 18">
              <a:extLst>
                <a:ext uri="{FF2B5EF4-FFF2-40B4-BE49-F238E27FC236}">
                  <a16:creationId xmlns:a16="http://schemas.microsoft.com/office/drawing/2014/main" id="{3C044A8C-3A97-6BFE-7A49-BB5B516B26A0}"/>
                </a:ext>
              </a:extLst>
            </p:cNvPr>
            <p:cNvSpPr/>
            <p:nvPr/>
          </p:nvSpPr>
          <p:spPr>
            <a:xfrm>
              <a:off x="5524516" y="4536048"/>
              <a:ext cx="3593242" cy="93652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64541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5" name="Gráfico 14">
              <a:extLst>
                <a:ext uri="{FF2B5EF4-FFF2-40B4-BE49-F238E27FC236}">
                  <a16:creationId xmlns:a16="http://schemas.microsoft.com/office/drawing/2014/main" id="{DBC55C0E-6657-B871-5BF6-0190E1080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5750102" y="4595413"/>
              <a:ext cx="817798" cy="817798"/>
            </a:xfrm>
            <a:prstGeom prst="rect">
              <a:avLst/>
            </a:prstGeom>
          </p:spPr>
        </p:pic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DE69EF9F-7593-CFBD-7456-77D7D58D13B3}"/>
                </a:ext>
              </a:extLst>
            </p:cNvPr>
            <p:cNvSpPr txBox="1"/>
            <p:nvPr/>
          </p:nvSpPr>
          <p:spPr>
            <a:xfrm>
              <a:off x="6896393" y="4696535"/>
              <a:ext cx="185572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CO" sz="3400" b="1" dirty="0">
                  <a:solidFill>
                    <a:srgbClr val="284096"/>
                  </a:solidFill>
                  <a:latin typeface="Savior Sans Expanded" pitchFamily="2" charset="0"/>
                </a:rPr>
                <a:t>Energía</a:t>
              </a:r>
              <a:endParaRPr kumimoji="0" lang="es-CO" sz="3400" b="1" i="0" u="none" strike="noStrike" kern="1200" cap="none" spc="0" normalizeH="0" baseline="0" noProof="0" dirty="0">
                <a:ln>
                  <a:noFill/>
                </a:ln>
                <a:solidFill>
                  <a:srgbClr val="12176B"/>
                </a:solidFill>
                <a:effectLst/>
                <a:uLnTx/>
                <a:uFillTx/>
                <a:latin typeface="Savior Sans Expanded" pitchFamily="2" charset="0"/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7CA9E65D-4244-941C-FE32-0E567C17B3EA}"/>
              </a:ext>
            </a:extLst>
          </p:cNvPr>
          <p:cNvGrpSpPr/>
          <p:nvPr/>
        </p:nvGrpSpPr>
        <p:grpSpPr>
          <a:xfrm>
            <a:off x="551247" y="4968688"/>
            <a:ext cx="3593241" cy="936529"/>
            <a:chOff x="551247" y="4968688"/>
            <a:chExt cx="3593241" cy="936529"/>
          </a:xfrm>
        </p:grpSpPr>
        <p:sp>
          <p:nvSpPr>
            <p:cNvPr id="11" name="Rectángulo redondeado 18">
              <a:extLst>
                <a:ext uri="{FF2B5EF4-FFF2-40B4-BE49-F238E27FC236}">
                  <a16:creationId xmlns:a16="http://schemas.microsoft.com/office/drawing/2014/main" id="{1331C2C4-0364-C461-D45F-10F4A4BD99F6}"/>
                </a:ext>
              </a:extLst>
            </p:cNvPr>
            <p:cNvSpPr/>
            <p:nvPr/>
          </p:nvSpPr>
          <p:spPr>
            <a:xfrm>
              <a:off x="551247" y="4968688"/>
              <a:ext cx="3593241" cy="93652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64541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88A19739-3313-40AB-BEC2-DD115A7C0C7C}"/>
                </a:ext>
              </a:extLst>
            </p:cNvPr>
            <p:cNvSpPr txBox="1"/>
            <p:nvPr/>
          </p:nvSpPr>
          <p:spPr>
            <a:xfrm>
              <a:off x="1961151" y="5043672"/>
              <a:ext cx="188645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2176B"/>
                  </a:solidFill>
                  <a:effectLst/>
                  <a:uLnTx/>
                  <a:uFillTx/>
                  <a:latin typeface="Savior Sans Expanded" pitchFamily="2" charset="0"/>
                </a:rPr>
                <a:t>Pérdida de innovación</a:t>
              </a:r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F2AD4B18-A3FC-FB4E-9463-69BD4DBE3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776834" y="5012434"/>
              <a:ext cx="817798" cy="817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4826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F1591EB-C5BC-0604-124A-04D986C9BE54}"/>
              </a:ext>
            </a:extLst>
          </p:cNvPr>
          <p:cNvSpPr txBox="1"/>
          <p:nvPr/>
        </p:nvSpPr>
        <p:spPr>
          <a:xfrm>
            <a:off x="230494" y="345396"/>
            <a:ext cx="9566649" cy="6118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Responsables Datos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B11B11CA-50CA-4EEE-8800-34A83A1C5893}"/>
              </a:ext>
            </a:extLst>
          </p:cNvPr>
          <p:cNvGrpSpPr/>
          <p:nvPr/>
        </p:nvGrpSpPr>
        <p:grpSpPr>
          <a:xfrm>
            <a:off x="423704" y="1376629"/>
            <a:ext cx="5896709" cy="1156999"/>
            <a:chOff x="423704" y="1065130"/>
            <a:chExt cx="5896709" cy="1156999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57EB2BAF-BFE4-68FB-07D1-822185505A59}"/>
                </a:ext>
              </a:extLst>
            </p:cNvPr>
            <p:cNvSpPr/>
            <p:nvPr/>
          </p:nvSpPr>
          <p:spPr>
            <a:xfrm>
              <a:off x="423704" y="1065130"/>
              <a:ext cx="5896709" cy="115699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467865B2-4343-20E0-A0B5-6D8693676FDE}"/>
                </a:ext>
              </a:extLst>
            </p:cNvPr>
            <p:cNvSpPr txBox="1"/>
            <p:nvPr/>
          </p:nvSpPr>
          <p:spPr>
            <a:xfrm>
              <a:off x="524187" y="1113368"/>
              <a:ext cx="5695742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buClr>
                  <a:schemeClr val="accent6"/>
                </a:buClr>
                <a:buFont typeface="Wingdings" panose="05000000000000000000" pitchFamily="2" charset="2"/>
                <a:buChar char="§"/>
              </a:pPr>
              <a:r>
                <a:rPr lang="es-ES" sz="1600" dirty="0">
                  <a:solidFill>
                    <a:schemeClr val="tx2"/>
                  </a:solidFill>
                  <a:latin typeface="Savior Sans Expanded Light" pitchFamily="2" charset="0"/>
                </a:rPr>
                <a:t>Consolidado Ventas Belleza</a:t>
              </a:r>
            </a:p>
            <a:p>
              <a:pPr marL="285750" indent="-285750" algn="just">
                <a:buClr>
                  <a:schemeClr val="accent6"/>
                </a:buClr>
                <a:buFont typeface="Wingdings" panose="05000000000000000000" pitchFamily="2" charset="2"/>
                <a:buChar char="§"/>
              </a:pPr>
              <a:r>
                <a:rPr lang="es-ES" sz="1600" dirty="0">
                  <a:solidFill>
                    <a:schemeClr val="tx2"/>
                  </a:solidFill>
                  <a:latin typeface="Savior Sans Expanded Light" pitchFamily="2" charset="0"/>
                </a:rPr>
                <a:t>Maestra Belleza</a:t>
              </a:r>
            </a:p>
            <a:p>
              <a:pPr marL="285750" indent="-285750" algn="just">
                <a:buClr>
                  <a:schemeClr val="accent6"/>
                </a:buClr>
                <a:buFont typeface="Wingdings" panose="05000000000000000000" pitchFamily="2" charset="2"/>
                <a:buChar char="§"/>
              </a:pPr>
              <a:r>
                <a:rPr lang="es-ES" sz="1600" dirty="0">
                  <a:solidFill>
                    <a:schemeClr val="tx2"/>
                  </a:solidFill>
                  <a:latin typeface="Savior Sans Expanded Light" pitchFamily="2" charset="0"/>
                </a:rPr>
                <a:t>Exportaciones Belleza</a:t>
              </a:r>
            </a:p>
            <a:p>
              <a:pPr marL="285750" indent="-285750" algn="just">
                <a:buClr>
                  <a:schemeClr val="accent6"/>
                </a:buClr>
                <a:buFont typeface="Wingdings" panose="05000000000000000000" pitchFamily="2" charset="2"/>
                <a:buChar char="§"/>
              </a:pPr>
              <a:r>
                <a:rPr lang="es-ES" sz="1600" dirty="0">
                  <a:solidFill>
                    <a:schemeClr val="bg1">
                      <a:lumMod val="75000"/>
                    </a:schemeClr>
                  </a:solidFill>
                  <a:latin typeface="Savior Sans Expanded Light" pitchFamily="2" charset="0"/>
                </a:rPr>
                <a:t>Cobertura Belleza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13EFA76-F02A-3E32-1AE1-7EAA72B8F17B}"/>
              </a:ext>
            </a:extLst>
          </p:cNvPr>
          <p:cNvGrpSpPr/>
          <p:nvPr/>
        </p:nvGrpSpPr>
        <p:grpSpPr>
          <a:xfrm>
            <a:off x="423704" y="2772181"/>
            <a:ext cx="5896709" cy="1258960"/>
            <a:chOff x="423704" y="2460682"/>
            <a:chExt cx="5896709" cy="1258960"/>
          </a:xfrm>
        </p:grpSpPr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EEAD04C3-0420-20C9-B4B7-34E11687F41E}"/>
                </a:ext>
              </a:extLst>
            </p:cNvPr>
            <p:cNvSpPr/>
            <p:nvPr/>
          </p:nvSpPr>
          <p:spPr>
            <a:xfrm>
              <a:off x="423704" y="2460682"/>
              <a:ext cx="5896709" cy="125896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972C076A-9818-478F-8357-DE1CE8851B93}"/>
                </a:ext>
              </a:extLst>
            </p:cNvPr>
            <p:cNvSpPr txBox="1"/>
            <p:nvPr/>
          </p:nvSpPr>
          <p:spPr>
            <a:xfrm>
              <a:off x="524187" y="2551553"/>
              <a:ext cx="5695742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buClr>
                  <a:schemeClr val="accent6"/>
                </a:buClr>
                <a:buFont typeface="Wingdings" panose="05000000000000000000" pitchFamily="2" charset="2"/>
                <a:buChar char="§"/>
              </a:pPr>
              <a:r>
                <a:rPr lang="es-ES" sz="1600" dirty="0">
                  <a:solidFill>
                    <a:schemeClr val="tx2"/>
                  </a:solidFill>
                  <a:latin typeface="Savior Sans Expanded Light" pitchFamily="2" charset="0"/>
                </a:rPr>
                <a:t>Consolidado Ventas Cluster</a:t>
              </a:r>
            </a:p>
            <a:p>
              <a:pPr marL="285750" indent="-285750" algn="just">
                <a:buClr>
                  <a:schemeClr val="accent6"/>
                </a:buClr>
                <a:buFont typeface="Wingdings" panose="05000000000000000000" pitchFamily="2" charset="2"/>
                <a:buChar char="§"/>
              </a:pPr>
              <a:r>
                <a:rPr lang="es-ES" sz="1600" dirty="0">
                  <a:solidFill>
                    <a:schemeClr val="tx2"/>
                  </a:solidFill>
                  <a:latin typeface="Savior Sans Expanded Light" pitchFamily="2" charset="0"/>
                </a:rPr>
                <a:t>Maestras Cluster</a:t>
              </a:r>
            </a:p>
            <a:p>
              <a:pPr marL="285750" indent="-285750" algn="just">
                <a:buClr>
                  <a:schemeClr val="accent6"/>
                </a:buClr>
                <a:buFont typeface="Wingdings" panose="05000000000000000000" pitchFamily="2" charset="2"/>
                <a:buChar char="§"/>
              </a:pPr>
              <a:r>
                <a:rPr lang="es-ES" sz="1600" dirty="0">
                  <a:solidFill>
                    <a:schemeClr val="tx2"/>
                  </a:solidFill>
                  <a:latin typeface="Savior Sans Expanded Light" pitchFamily="2" charset="0"/>
                </a:rPr>
                <a:t>Histórico actividades Cluster</a:t>
              </a:r>
            </a:p>
            <a:p>
              <a:pPr marL="285750" indent="-285750" algn="just">
                <a:buClr>
                  <a:schemeClr val="accent6"/>
                </a:buClr>
                <a:buFont typeface="Wingdings" panose="05000000000000000000" pitchFamily="2" charset="2"/>
                <a:buChar char="§"/>
              </a:pPr>
              <a:r>
                <a:rPr lang="es-ES" sz="1600" dirty="0">
                  <a:solidFill>
                    <a:schemeClr val="bg1">
                      <a:lumMod val="75000"/>
                    </a:schemeClr>
                  </a:solidFill>
                  <a:latin typeface="Savior Sans Expanded Light" pitchFamily="2" charset="0"/>
                </a:rPr>
                <a:t>Cobertura Cluster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08DD5B9B-1E79-25AF-861E-CD678B58E2CF}"/>
              </a:ext>
            </a:extLst>
          </p:cNvPr>
          <p:cNvGrpSpPr/>
          <p:nvPr/>
        </p:nvGrpSpPr>
        <p:grpSpPr>
          <a:xfrm>
            <a:off x="423704" y="4265097"/>
            <a:ext cx="5896709" cy="682274"/>
            <a:chOff x="423704" y="3953598"/>
            <a:chExt cx="5896709" cy="682274"/>
          </a:xfrm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17193E96-EF6E-2DFB-3EEE-A175D270C156}"/>
                </a:ext>
              </a:extLst>
            </p:cNvPr>
            <p:cNvSpPr/>
            <p:nvPr/>
          </p:nvSpPr>
          <p:spPr>
            <a:xfrm>
              <a:off x="423704" y="3953598"/>
              <a:ext cx="5896709" cy="6822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FA2EDCF8-53B1-9274-BC92-B0C90F8EC864}"/>
                </a:ext>
              </a:extLst>
            </p:cNvPr>
            <p:cNvSpPr txBox="1"/>
            <p:nvPr/>
          </p:nvSpPr>
          <p:spPr>
            <a:xfrm>
              <a:off x="524187" y="4002626"/>
              <a:ext cx="569574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buClr>
                  <a:schemeClr val="accent6"/>
                </a:buClr>
                <a:buFont typeface="Wingdings" panose="05000000000000000000" pitchFamily="2" charset="2"/>
                <a:buChar char="§"/>
              </a:pPr>
              <a:r>
                <a:rPr lang="es-ES" sz="1600" dirty="0">
                  <a:solidFill>
                    <a:schemeClr val="tx2"/>
                  </a:solidFill>
                  <a:latin typeface="Savior Sans Expanded Light" pitchFamily="2" charset="0"/>
                </a:rPr>
                <a:t>Importaciones (externo) </a:t>
              </a:r>
            </a:p>
            <a:p>
              <a:pPr marL="285750" indent="-285750" algn="just">
                <a:buClr>
                  <a:schemeClr val="accent6"/>
                </a:buClr>
                <a:buFont typeface="Wingdings" panose="05000000000000000000" pitchFamily="2" charset="2"/>
                <a:buChar char="§"/>
              </a:pPr>
              <a:r>
                <a:rPr lang="es-ES" sz="1600" dirty="0">
                  <a:solidFill>
                    <a:schemeClr val="tx2"/>
                  </a:solidFill>
                  <a:latin typeface="Savior Sans Expanded Light" pitchFamily="2" charset="0"/>
                </a:rPr>
                <a:t>Exportaciones (externo)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0DA517E-88DD-E8C7-44AC-8D91FA140425}"/>
              </a:ext>
            </a:extLst>
          </p:cNvPr>
          <p:cNvGrpSpPr/>
          <p:nvPr/>
        </p:nvGrpSpPr>
        <p:grpSpPr>
          <a:xfrm>
            <a:off x="423704" y="5181327"/>
            <a:ext cx="5896709" cy="682274"/>
            <a:chOff x="423704" y="4787758"/>
            <a:chExt cx="5896709" cy="682274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54A31136-89A7-EDB3-4A38-63C65159DBF5}"/>
                </a:ext>
              </a:extLst>
            </p:cNvPr>
            <p:cNvSpPr/>
            <p:nvPr/>
          </p:nvSpPr>
          <p:spPr>
            <a:xfrm>
              <a:off x="423704" y="4787758"/>
              <a:ext cx="5896709" cy="6822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B6C39A51-E2B3-333E-BEDD-F07F77D87DAE}"/>
                </a:ext>
              </a:extLst>
            </p:cNvPr>
            <p:cNvSpPr txBox="1"/>
            <p:nvPr/>
          </p:nvSpPr>
          <p:spPr>
            <a:xfrm>
              <a:off x="524187" y="4869828"/>
              <a:ext cx="569574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buClr>
                  <a:schemeClr val="accent6"/>
                </a:buClr>
                <a:buFont typeface="Wingdings" panose="05000000000000000000" pitchFamily="2" charset="2"/>
                <a:buChar char="§"/>
              </a:pPr>
              <a:r>
                <a:rPr lang="es-ES" sz="1600" dirty="0" err="1">
                  <a:solidFill>
                    <a:schemeClr val="tx2"/>
                  </a:solidFill>
                  <a:latin typeface="Savior Sans Expanded Light" pitchFamily="2" charset="0"/>
                </a:rPr>
                <a:t>Matrem</a:t>
              </a:r>
              <a:r>
                <a:rPr lang="es-ES" sz="1600" dirty="0">
                  <a:solidFill>
                    <a:schemeClr val="tx2"/>
                  </a:solidFill>
                  <a:latin typeface="Savior Sans Expanded Light" pitchFamily="2" charset="0"/>
                </a:rPr>
                <a:t> CCC</a:t>
              </a:r>
            </a:p>
            <a:p>
              <a:pPr marL="285750" indent="-285750" algn="just">
                <a:buClr>
                  <a:schemeClr val="accent6"/>
                </a:buClr>
                <a:buFont typeface="Wingdings" panose="05000000000000000000" pitchFamily="2" charset="2"/>
                <a:buChar char="§"/>
              </a:pPr>
              <a:r>
                <a:rPr lang="es-ES" sz="1600" dirty="0" err="1">
                  <a:solidFill>
                    <a:schemeClr val="tx2"/>
                  </a:solidFill>
                  <a:latin typeface="Savior Sans Expanded Light" pitchFamily="2" charset="0"/>
                </a:rPr>
                <a:t>Matrem</a:t>
              </a:r>
              <a:r>
                <a:rPr lang="es-ES" sz="1600" dirty="0">
                  <a:solidFill>
                    <a:schemeClr val="tx2"/>
                  </a:solidFill>
                  <a:latin typeface="Savior Sans Expanded Light" pitchFamily="2" charset="0"/>
                </a:rPr>
                <a:t> Valle (externo)</a:t>
              </a:r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E3F65CC-C5F8-D8EA-0E38-5BD35A009B61}"/>
              </a:ext>
            </a:extLst>
          </p:cNvPr>
          <p:cNvSpPr txBox="1"/>
          <p:nvPr/>
        </p:nvSpPr>
        <p:spPr>
          <a:xfrm>
            <a:off x="6664967" y="3032221"/>
            <a:ext cx="3866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avior Sans Expanded Light" pitchFamily="50" charset="0"/>
              </a:rPr>
              <a:t>Julieth Domínguez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avior Sans Expanded" pitchFamily="50" charset="0"/>
              </a:rPr>
              <a:t>Asistente Económico Cluster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587F224-6B03-EAEF-61CA-1EA07075BC41}"/>
              </a:ext>
            </a:extLst>
          </p:cNvPr>
          <p:cNvSpPr txBox="1"/>
          <p:nvPr/>
        </p:nvSpPr>
        <p:spPr>
          <a:xfrm>
            <a:off x="6664967" y="1585779"/>
            <a:ext cx="3866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avior Sans Expanded Light" pitchFamily="50" charset="0"/>
              </a:rPr>
              <a:t>Wendy Carrascal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avior Sans Expanded" pitchFamily="50" charset="0"/>
              </a:rPr>
              <a:t>Analista Cluster de Belleza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D94727A-D650-962B-782D-6D97FD777A7A}"/>
              </a:ext>
            </a:extLst>
          </p:cNvPr>
          <p:cNvSpPr txBox="1"/>
          <p:nvPr/>
        </p:nvSpPr>
        <p:spPr>
          <a:xfrm>
            <a:off x="6664967" y="4206386"/>
            <a:ext cx="4302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avior Sans Expanded Light" pitchFamily="50" charset="0"/>
              </a:rPr>
              <a:t>Nathaly Henao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avior Sans Expanded" pitchFamily="50" charset="0"/>
              </a:rPr>
              <a:t>Analista Económico - AEE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E8409D8-0C00-27EF-5B42-D72E99E09775}"/>
              </a:ext>
            </a:extLst>
          </p:cNvPr>
          <p:cNvSpPr txBox="1"/>
          <p:nvPr/>
        </p:nvSpPr>
        <p:spPr>
          <a:xfrm>
            <a:off x="6664967" y="5135144"/>
            <a:ext cx="4302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schemeClr val="accent2"/>
                </a:solidFill>
                <a:latin typeface="Savior Sans Expanded Light" pitchFamily="50" charset="0"/>
              </a:rPr>
              <a:t>Brenda Muñoz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schemeClr val="accent2"/>
                </a:solidFill>
                <a:latin typeface="Savior Sans Expanded" pitchFamily="50" charset="0"/>
              </a:rPr>
              <a:t>Analista Económico - AEE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avior Sans Expanded" pitchFamily="50" charset="0"/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45DC4A7-8DE4-D8E9-45E7-8D3C476C9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360" y="4345200"/>
            <a:ext cx="505278" cy="55370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2300EC15-7CEC-C6AF-00B0-78D032B0F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819" y="5350529"/>
            <a:ext cx="397586" cy="43568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27ECCFDC-4B69-F042-4836-FD608372B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051" y="5350529"/>
            <a:ext cx="650012" cy="365632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70784642-E1AD-BEBC-73D9-26643175B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563" y="5269825"/>
            <a:ext cx="505278" cy="505278"/>
          </a:xfrm>
          <a:prstGeom prst="rect">
            <a:avLst/>
          </a:prstGeom>
        </p:spPr>
      </p:pic>
      <p:pic>
        <p:nvPicPr>
          <p:cNvPr id="2050" name="Picture 2" descr="PentappsBlog - Pentapps">
            <a:extLst>
              <a:ext uri="{FF2B5EF4-FFF2-40B4-BE49-F238E27FC236}">
                <a16:creationId xmlns:a16="http://schemas.microsoft.com/office/drawing/2014/main" id="{C27B2F26-A6F4-8C36-3D5C-4EB721CA4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577" y="4324912"/>
            <a:ext cx="866349" cy="48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PentappsBlog - Pentapps">
            <a:extLst>
              <a:ext uri="{FF2B5EF4-FFF2-40B4-BE49-F238E27FC236}">
                <a16:creationId xmlns:a16="http://schemas.microsoft.com/office/drawing/2014/main" id="{20397968-F7B8-9CD7-848E-3984D4E74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094" y="5242952"/>
            <a:ext cx="866349" cy="48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3632F76-3A0F-357C-C4D0-F94BCEBA9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191" y="1621972"/>
            <a:ext cx="636413" cy="59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>
            <a:extLst>
              <a:ext uri="{FF2B5EF4-FFF2-40B4-BE49-F238E27FC236}">
                <a16:creationId xmlns:a16="http://schemas.microsoft.com/office/drawing/2014/main" id="{7FED981F-4147-A0FA-EC14-F48FD448A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268" y="3100280"/>
            <a:ext cx="636413" cy="59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>
            <a:extLst>
              <a:ext uri="{FF2B5EF4-FFF2-40B4-BE49-F238E27FC236}">
                <a16:creationId xmlns:a16="http://schemas.microsoft.com/office/drawing/2014/main" id="{FB24C0B1-7098-3490-99E9-215028C57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056" y="4386771"/>
            <a:ext cx="446271" cy="41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>
            <a:extLst>
              <a:ext uri="{FF2B5EF4-FFF2-40B4-BE49-F238E27FC236}">
                <a16:creationId xmlns:a16="http://schemas.microsoft.com/office/drawing/2014/main" id="{532BE271-E30E-621B-FFA8-4C66A515A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887" y="5325821"/>
            <a:ext cx="446271" cy="41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n 5">
            <a:extLst>
              <a:ext uri="{FF2B5EF4-FFF2-40B4-BE49-F238E27FC236}">
                <a16:creationId xmlns:a16="http://schemas.microsoft.com/office/drawing/2014/main" id="{E0B3C332-8420-2509-D9CC-28ACE4EC7E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505562" y="213282"/>
            <a:ext cx="1137674" cy="113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345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42B7DF2B-DB70-110B-D217-DCB8DB519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429000" y="0"/>
            <a:ext cx="6858000" cy="6858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81F94C4-D794-EFEC-2022-C75D033A0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1F7DCF0-B0B2-99D8-E450-54BCDF5089FC}"/>
              </a:ext>
            </a:extLst>
          </p:cNvPr>
          <p:cNvSpPr txBox="1"/>
          <p:nvPr/>
        </p:nvSpPr>
        <p:spPr>
          <a:xfrm>
            <a:off x="2739549" y="2851131"/>
            <a:ext cx="6712899" cy="1458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5400" b="1" dirty="0">
                <a:solidFill>
                  <a:srgbClr val="FAFAFA"/>
                </a:solidFill>
                <a:latin typeface="Savior Sans Expanded" pitchFamily="2" charset="77"/>
                <a:cs typeface="Libertad Bold" pitchFamily="2" charset="77"/>
              </a:rPr>
              <a:t>Solución de Analítica</a:t>
            </a:r>
            <a:endParaRPr kumimoji="0" lang="es-CO" sz="5400" b="1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Savior Sans Expanded" pitchFamily="2" charset="77"/>
              <a:ea typeface="+mn-ea"/>
              <a:cs typeface="Libertad Bold" pitchFamily="2" charset="77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F834B78-F68D-3265-5509-3B89D00D4C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0289" y="1196908"/>
            <a:ext cx="1351421" cy="135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96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BE5EE2D-85A2-8779-5F7B-21DBF61A2939}"/>
              </a:ext>
            </a:extLst>
          </p:cNvPr>
          <p:cNvSpPr/>
          <p:nvPr/>
        </p:nvSpPr>
        <p:spPr>
          <a:xfrm>
            <a:off x="2171655" y="1294684"/>
            <a:ext cx="5072293" cy="155544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F4F14B7-63FD-A290-2978-5716195E1D6F}"/>
              </a:ext>
            </a:extLst>
          </p:cNvPr>
          <p:cNvSpPr txBox="1"/>
          <p:nvPr/>
        </p:nvSpPr>
        <p:spPr>
          <a:xfrm>
            <a:off x="218618" y="352797"/>
            <a:ext cx="8608705" cy="6118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Solución de analítica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EF36A0A-8F52-1433-3C10-A64847111B22}"/>
              </a:ext>
            </a:extLst>
          </p:cNvPr>
          <p:cNvSpPr txBox="1"/>
          <p:nvPr/>
        </p:nvSpPr>
        <p:spPr>
          <a:xfrm>
            <a:off x="2283846" y="1441208"/>
            <a:ext cx="47700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800" dirty="0">
                <a:solidFill>
                  <a:schemeClr val="tx2"/>
                </a:solidFill>
                <a:latin typeface="Savior Sans Expanded Light" pitchFamily="2" charset="0"/>
              </a:rPr>
              <a:t>Debido a lo anterior, se pensó en una solución que permita tener una mayor eficiencia en la extracción y comprobación de los datos.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7D8D38F-45E9-8030-3BF4-329BD04D0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5674" y="1101102"/>
            <a:ext cx="1633792" cy="163379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DF542E9-A1F6-1B17-7183-31731D44D21E}"/>
              </a:ext>
            </a:extLst>
          </p:cNvPr>
          <p:cNvSpPr txBox="1"/>
          <p:nvPr/>
        </p:nvSpPr>
        <p:spPr>
          <a:xfrm>
            <a:off x="425674" y="2900889"/>
            <a:ext cx="8608705" cy="43672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651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¿Cómo?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6A204F2-605D-13D9-B27D-F5B3F497000D}"/>
              </a:ext>
            </a:extLst>
          </p:cNvPr>
          <p:cNvSpPr/>
          <p:nvPr/>
        </p:nvSpPr>
        <p:spPr>
          <a:xfrm>
            <a:off x="2169681" y="3572763"/>
            <a:ext cx="5074268" cy="142508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AB8855-8D75-10B0-7246-6F4D2CAE8F2E}"/>
              </a:ext>
            </a:extLst>
          </p:cNvPr>
          <p:cNvSpPr txBox="1"/>
          <p:nvPr/>
        </p:nvSpPr>
        <p:spPr>
          <a:xfrm>
            <a:off x="2281872" y="3719287"/>
            <a:ext cx="4772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800" dirty="0">
                <a:solidFill>
                  <a:schemeClr val="tx2"/>
                </a:solidFill>
                <a:latin typeface="Savior Sans Expanded Light" pitchFamily="2" charset="0"/>
              </a:rPr>
              <a:t>Mediante un robot o “Bot” que haga las consultas de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 forma automática y extraiga la información del RUES, consolidándola en un archivo Excel final</a:t>
            </a:r>
            <a:endParaRPr lang="es-ES" sz="1800" dirty="0">
              <a:solidFill>
                <a:schemeClr val="tx2"/>
              </a:solidFill>
              <a:latin typeface="Savior Sans Expanded Light" pitchFamily="2" charset="0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DFB1844-9963-1C16-7F37-3593C8DA83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23699" y="3364056"/>
            <a:ext cx="1633792" cy="163379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E1EFFAB-2EF1-CD8B-A5CE-ACFCD7380B95}"/>
              </a:ext>
            </a:extLst>
          </p:cNvPr>
          <p:cNvSpPr txBox="1"/>
          <p:nvPr/>
        </p:nvSpPr>
        <p:spPr>
          <a:xfrm>
            <a:off x="425674" y="5147397"/>
            <a:ext cx="8608705" cy="43672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651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¿Y cómo se hizo este Bot?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634631A-E414-7A88-DE9B-E5BAAA2449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945" y="5741299"/>
            <a:ext cx="505278" cy="5537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08078C8-BD73-7B39-A90A-74BBCB6DC3D1}"/>
              </a:ext>
            </a:extLst>
          </p:cNvPr>
          <p:cNvSpPr txBox="1"/>
          <p:nvPr/>
        </p:nvSpPr>
        <p:spPr>
          <a:xfrm>
            <a:off x="1323928" y="5719075"/>
            <a:ext cx="5920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Con la ayuda del lenguaje de programación Python y sus librerías. En la siguiente </a:t>
            </a:r>
            <a:r>
              <a:rPr lang="es-ES" dirty="0" err="1">
                <a:solidFill>
                  <a:schemeClr val="tx2"/>
                </a:solidFill>
                <a:latin typeface="Savior Sans Expanded Light" pitchFamily="2" charset="0"/>
              </a:rPr>
              <a:t>slide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 te lo explicamos </a:t>
            </a:r>
            <a:endParaRPr lang="es-ES" sz="1800" dirty="0">
              <a:solidFill>
                <a:schemeClr val="tx2"/>
              </a:solidFill>
              <a:latin typeface="Savior Sans Expanded Light" pitchFamily="2" charset="0"/>
            </a:endParaRP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3DDC598C-5DB8-0C93-12F1-DC0FC99AE644}"/>
              </a:ext>
            </a:extLst>
          </p:cNvPr>
          <p:cNvSpPr/>
          <p:nvPr/>
        </p:nvSpPr>
        <p:spPr>
          <a:xfrm>
            <a:off x="7561531" y="5848349"/>
            <a:ext cx="763072" cy="446650"/>
          </a:xfrm>
          <a:prstGeom prst="rightArrow">
            <a:avLst/>
          </a:prstGeom>
          <a:solidFill>
            <a:srgbClr val="2C398E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Gráfico 2">
            <a:extLst>
              <a:ext uri="{FF2B5EF4-FFF2-40B4-BE49-F238E27FC236}">
                <a16:creationId xmlns:a16="http://schemas.microsoft.com/office/drawing/2014/main" id="{7EDF58FB-F3FD-9773-7065-CBE23488994C}"/>
              </a:ext>
            </a:extLst>
          </p:cNvPr>
          <p:cNvSpPr/>
          <p:nvPr/>
        </p:nvSpPr>
        <p:spPr>
          <a:xfrm>
            <a:off x="7768242" y="1479862"/>
            <a:ext cx="3998084" cy="4185801"/>
          </a:xfrm>
          <a:custGeom>
            <a:avLst/>
            <a:gdLst>
              <a:gd name="connsiteX0" fmla="*/ 1398725 w 1398725"/>
              <a:gd name="connsiteY0" fmla="*/ 1249699 h 1398725"/>
              <a:gd name="connsiteX1" fmla="*/ 699336 w 1398725"/>
              <a:gd name="connsiteY1" fmla="*/ 1398725 h 1398725"/>
              <a:gd name="connsiteX2" fmla="*/ 0 w 1398725"/>
              <a:gd name="connsiteY2" fmla="*/ 1249699 h 1398725"/>
              <a:gd name="connsiteX3" fmla="*/ 271705 w 1398725"/>
              <a:gd name="connsiteY3" fmla="*/ 699336 h 1398725"/>
              <a:gd name="connsiteX4" fmla="*/ 0 w 1398725"/>
              <a:gd name="connsiteY4" fmla="*/ 149026 h 1398725"/>
              <a:gd name="connsiteX5" fmla="*/ 699336 w 1398725"/>
              <a:gd name="connsiteY5" fmla="*/ 0 h 1398725"/>
              <a:gd name="connsiteX6" fmla="*/ 1398725 w 1398725"/>
              <a:gd name="connsiteY6" fmla="*/ 149026 h 1398725"/>
              <a:gd name="connsiteX7" fmla="*/ 1127020 w 1398725"/>
              <a:gd name="connsiteY7" fmla="*/ 699336 h 1398725"/>
              <a:gd name="connsiteX8" fmla="*/ 1398725 w 1398725"/>
              <a:gd name="connsiteY8" fmla="*/ 1249699 h 139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98725" h="1398725">
                <a:moveTo>
                  <a:pt x="1398725" y="1249699"/>
                </a:moveTo>
                <a:cubicBezTo>
                  <a:pt x="1180268" y="1346276"/>
                  <a:pt x="944846" y="1398725"/>
                  <a:pt x="699336" y="1398725"/>
                </a:cubicBezTo>
                <a:cubicBezTo>
                  <a:pt x="453879" y="1398725"/>
                  <a:pt x="218460" y="1346276"/>
                  <a:pt x="0" y="1249699"/>
                </a:cubicBezTo>
                <a:cubicBezTo>
                  <a:pt x="0" y="1060626"/>
                  <a:pt x="94362" y="827424"/>
                  <a:pt x="271705" y="699336"/>
                </a:cubicBezTo>
                <a:cubicBezTo>
                  <a:pt x="94362" y="571300"/>
                  <a:pt x="0" y="338045"/>
                  <a:pt x="0" y="149026"/>
                </a:cubicBezTo>
                <a:cubicBezTo>
                  <a:pt x="218460" y="52449"/>
                  <a:pt x="453879" y="0"/>
                  <a:pt x="699336" y="0"/>
                </a:cubicBezTo>
                <a:cubicBezTo>
                  <a:pt x="944846" y="0"/>
                  <a:pt x="1180268" y="52449"/>
                  <a:pt x="1398725" y="149026"/>
                </a:cubicBezTo>
                <a:cubicBezTo>
                  <a:pt x="1398725" y="338045"/>
                  <a:pt x="1304363" y="571300"/>
                  <a:pt x="1127020" y="699336"/>
                </a:cubicBezTo>
                <a:cubicBezTo>
                  <a:pt x="1304363" y="827424"/>
                  <a:pt x="1398725" y="1060626"/>
                  <a:pt x="1398725" y="1249699"/>
                </a:cubicBezTo>
                <a:close/>
              </a:path>
            </a:pathLst>
          </a:cu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953" cap="flat">
            <a:noFill/>
            <a:prstDash val="solid"/>
            <a:miter/>
          </a:ln>
        </p:spPr>
        <p:txBody>
          <a:bodyPr rtlCol="0" anchor="ctr"/>
          <a:lstStyle/>
          <a:p>
            <a:endParaRPr lang="es-CO">
              <a:solidFill>
                <a:schemeClr val="tx2"/>
              </a:solidFill>
            </a:endParaRPr>
          </a:p>
        </p:txBody>
      </p:sp>
      <p:pic>
        <p:nvPicPr>
          <p:cNvPr id="11" name="Imagen 20">
            <a:extLst>
              <a:ext uri="{FF2B5EF4-FFF2-40B4-BE49-F238E27FC236}">
                <a16:creationId xmlns:a16="http://schemas.microsoft.com/office/drawing/2014/main" id="{AFEF594B-63BB-3382-783B-5B8C68F002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707441" y="213282"/>
            <a:ext cx="1137674" cy="113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31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FF197-109D-EC2D-E3A8-9E3180EA1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9B37D3-163D-E55E-34C9-FA2635AF2F42}"/>
              </a:ext>
            </a:extLst>
          </p:cNvPr>
          <p:cNvSpPr txBox="1"/>
          <p:nvPr/>
        </p:nvSpPr>
        <p:spPr>
          <a:xfrm>
            <a:off x="230495" y="345396"/>
            <a:ext cx="5865506" cy="11043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Primero que todo ¿Qué es un Bot?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FBA6427B-010C-A638-FAC6-4BCFDC31EDAA}"/>
              </a:ext>
            </a:extLst>
          </p:cNvPr>
          <p:cNvGrpSpPr/>
          <p:nvPr/>
        </p:nvGrpSpPr>
        <p:grpSpPr>
          <a:xfrm>
            <a:off x="2173630" y="1749192"/>
            <a:ext cx="5072293" cy="1633791"/>
            <a:chOff x="2173630" y="1879819"/>
            <a:chExt cx="5072293" cy="1633791"/>
          </a:xfrm>
        </p:grpSpPr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E1FE5ED4-B99F-4403-DFAF-46965FED6086}"/>
                </a:ext>
              </a:extLst>
            </p:cNvPr>
            <p:cNvSpPr/>
            <p:nvPr/>
          </p:nvSpPr>
          <p:spPr>
            <a:xfrm>
              <a:off x="2173630" y="1879819"/>
              <a:ext cx="5072293" cy="163379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79A68DAC-44F0-BCF4-F543-265911540112}"/>
                </a:ext>
              </a:extLst>
            </p:cNvPr>
            <p:cNvSpPr txBox="1"/>
            <p:nvPr/>
          </p:nvSpPr>
          <p:spPr>
            <a:xfrm>
              <a:off x="2285822" y="1982253"/>
              <a:ext cx="4770097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s-ES" sz="1800" dirty="0">
                  <a:solidFill>
                    <a:schemeClr val="tx2"/>
                  </a:solidFill>
                  <a:latin typeface="Savior Sans Expanded Light" pitchFamily="2" charset="0"/>
                </a:rPr>
                <a:t>Un </a:t>
              </a:r>
              <a:r>
                <a:rPr lang="es-ES" sz="1800" dirty="0" err="1">
                  <a:solidFill>
                    <a:schemeClr val="tx2"/>
                  </a:solidFill>
                  <a:latin typeface="Savior Sans Expanded Light" pitchFamily="2" charset="0"/>
                </a:rPr>
                <a:t>bot</a:t>
              </a:r>
              <a:r>
                <a:rPr lang="es-ES" sz="1800" dirty="0">
                  <a:solidFill>
                    <a:schemeClr val="tx2"/>
                  </a:solidFill>
                  <a:latin typeface="Savior Sans Expanded Light" pitchFamily="2" charset="0"/>
                </a:rPr>
                <a:t> es una aplicación de software automatizada que realiza tareas repetitivas en una red. Dicha aplicación sigue instrucciones específicas para imitar el comportamiento humano*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5A477C5A-1A50-B5C9-DA34-4754750AE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649" y="1555611"/>
            <a:ext cx="1633792" cy="163379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5F64D0D-5122-F5E2-8D84-A12FD8C32705}"/>
              </a:ext>
            </a:extLst>
          </p:cNvPr>
          <p:cNvSpPr txBox="1"/>
          <p:nvPr/>
        </p:nvSpPr>
        <p:spPr>
          <a:xfrm>
            <a:off x="427649" y="3628527"/>
            <a:ext cx="8608705" cy="43672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651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¿Cómo se puede hacer un </a:t>
            </a:r>
            <a:r>
              <a:rPr lang="es-ES" sz="2651" dirty="0" err="1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bot</a:t>
            </a:r>
            <a:r>
              <a:rPr lang="es-ES" sz="2651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?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311DD7F-8366-6905-8C43-86218CF73EDA}"/>
              </a:ext>
            </a:extLst>
          </p:cNvPr>
          <p:cNvSpPr/>
          <p:nvPr/>
        </p:nvSpPr>
        <p:spPr>
          <a:xfrm>
            <a:off x="2171656" y="4300401"/>
            <a:ext cx="5074268" cy="142508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E2317AA-0EA8-02AF-7F35-BC4D890BEF58}"/>
              </a:ext>
            </a:extLst>
          </p:cNvPr>
          <p:cNvSpPr txBox="1"/>
          <p:nvPr/>
        </p:nvSpPr>
        <p:spPr>
          <a:xfrm>
            <a:off x="2283847" y="4446925"/>
            <a:ext cx="4772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800" dirty="0">
                <a:solidFill>
                  <a:schemeClr val="tx2"/>
                </a:solidFill>
                <a:latin typeface="Savior Sans Expanded Light" pitchFamily="2" charset="0"/>
              </a:rPr>
              <a:t>Mediante lenguajes de programación y haciendo uso de estructuras condicionales, por ejemplo: “Python, si yo hago esto, usted haga esto, si no haga lo otro…”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F849993-2364-D279-74BC-1484587997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25674" y="4091694"/>
            <a:ext cx="1633792" cy="1633792"/>
          </a:xfrm>
          <a:prstGeom prst="rect">
            <a:avLst/>
          </a:prstGeom>
        </p:spPr>
      </p:pic>
      <p:sp>
        <p:nvSpPr>
          <p:cNvPr id="16" name="Gráfico 2">
            <a:extLst>
              <a:ext uri="{FF2B5EF4-FFF2-40B4-BE49-F238E27FC236}">
                <a16:creationId xmlns:a16="http://schemas.microsoft.com/office/drawing/2014/main" id="{DCE0DE18-4279-665D-4D1D-B55A704A33EB}"/>
              </a:ext>
            </a:extLst>
          </p:cNvPr>
          <p:cNvSpPr/>
          <p:nvPr/>
        </p:nvSpPr>
        <p:spPr>
          <a:xfrm>
            <a:off x="7766267" y="1529279"/>
            <a:ext cx="3998084" cy="4185801"/>
          </a:xfrm>
          <a:custGeom>
            <a:avLst/>
            <a:gdLst>
              <a:gd name="connsiteX0" fmla="*/ 1398725 w 1398725"/>
              <a:gd name="connsiteY0" fmla="*/ 1249699 h 1398725"/>
              <a:gd name="connsiteX1" fmla="*/ 699336 w 1398725"/>
              <a:gd name="connsiteY1" fmla="*/ 1398725 h 1398725"/>
              <a:gd name="connsiteX2" fmla="*/ 0 w 1398725"/>
              <a:gd name="connsiteY2" fmla="*/ 1249699 h 1398725"/>
              <a:gd name="connsiteX3" fmla="*/ 271705 w 1398725"/>
              <a:gd name="connsiteY3" fmla="*/ 699336 h 1398725"/>
              <a:gd name="connsiteX4" fmla="*/ 0 w 1398725"/>
              <a:gd name="connsiteY4" fmla="*/ 149026 h 1398725"/>
              <a:gd name="connsiteX5" fmla="*/ 699336 w 1398725"/>
              <a:gd name="connsiteY5" fmla="*/ 0 h 1398725"/>
              <a:gd name="connsiteX6" fmla="*/ 1398725 w 1398725"/>
              <a:gd name="connsiteY6" fmla="*/ 149026 h 1398725"/>
              <a:gd name="connsiteX7" fmla="*/ 1127020 w 1398725"/>
              <a:gd name="connsiteY7" fmla="*/ 699336 h 1398725"/>
              <a:gd name="connsiteX8" fmla="*/ 1398725 w 1398725"/>
              <a:gd name="connsiteY8" fmla="*/ 1249699 h 139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98725" h="1398725">
                <a:moveTo>
                  <a:pt x="1398725" y="1249699"/>
                </a:moveTo>
                <a:cubicBezTo>
                  <a:pt x="1180268" y="1346276"/>
                  <a:pt x="944846" y="1398725"/>
                  <a:pt x="699336" y="1398725"/>
                </a:cubicBezTo>
                <a:cubicBezTo>
                  <a:pt x="453879" y="1398725"/>
                  <a:pt x="218460" y="1346276"/>
                  <a:pt x="0" y="1249699"/>
                </a:cubicBezTo>
                <a:cubicBezTo>
                  <a:pt x="0" y="1060626"/>
                  <a:pt x="94362" y="827424"/>
                  <a:pt x="271705" y="699336"/>
                </a:cubicBezTo>
                <a:cubicBezTo>
                  <a:pt x="94362" y="571300"/>
                  <a:pt x="0" y="338045"/>
                  <a:pt x="0" y="149026"/>
                </a:cubicBezTo>
                <a:cubicBezTo>
                  <a:pt x="218460" y="52449"/>
                  <a:pt x="453879" y="0"/>
                  <a:pt x="699336" y="0"/>
                </a:cubicBezTo>
                <a:cubicBezTo>
                  <a:pt x="944846" y="0"/>
                  <a:pt x="1180268" y="52449"/>
                  <a:pt x="1398725" y="149026"/>
                </a:cubicBezTo>
                <a:cubicBezTo>
                  <a:pt x="1398725" y="338045"/>
                  <a:pt x="1304363" y="571300"/>
                  <a:pt x="1127020" y="699336"/>
                </a:cubicBezTo>
                <a:cubicBezTo>
                  <a:pt x="1304363" y="827424"/>
                  <a:pt x="1398725" y="1060626"/>
                  <a:pt x="1398725" y="1249699"/>
                </a:cubicBezTo>
                <a:close/>
              </a:path>
            </a:pathLst>
          </a:cu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953" cap="flat">
            <a:noFill/>
            <a:prstDash val="solid"/>
            <a:miter/>
          </a:ln>
        </p:spPr>
        <p:txBody>
          <a:bodyPr rtlCol="0" anchor="ctr"/>
          <a:lstStyle/>
          <a:p>
            <a:endParaRPr lang="es-CO">
              <a:solidFill>
                <a:schemeClr val="tx2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BE50848-7F08-BC66-2F97-5E7CDD709496}"/>
              </a:ext>
            </a:extLst>
          </p:cNvPr>
          <p:cNvSpPr txBox="1"/>
          <p:nvPr/>
        </p:nvSpPr>
        <p:spPr>
          <a:xfrm>
            <a:off x="479424" y="6316252"/>
            <a:ext cx="912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100" dirty="0">
                <a:solidFill>
                  <a:schemeClr val="bg2"/>
                </a:solidFill>
                <a:latin typeface="Savior Sans Expanded" pitchFamily="2" charset="0"/>
              </a:rPr>
              <a:t>* AWS (s. f)</a:t>
            </a:r>
          </a:p>
        </p:txBody>
      </p:sp>
      <p:pic>
        <p:nvPicPr>
          <p:cNvPr id="10" name="Imagen 20">
            <a:extLst>
              <a:ext uri="{FF2B5EF4-FFF2-40B4-BE49-F238E27FC236}">
                <a16:creationId xmlns:a16="http://schemas.microsoft.com/office/drawing/2014/main" id="{8E640746-E6DE-3A97-CDE8-5826B46D2F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707441" y="213282"/>
            <a:ext cx="1137674" cy="113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7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5A33BB8-D63A-A7E7-638F-BD075485725F}"/>
              </a:ext>
            </a:extLst>
          </p:cNvPr>
          <p:cNvSpPr txBox="1"/>
          <p:nvPr/>
        </p:nvSpPr>
        <p:spPr>
          <a:xfrm>
            <a:off x="230494" y="345396"/>
            <a:ext cx="9566649" cy="6118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Librerías </a:t>
            </a:r>
            <a:endParaRPr lang="es-ES" dirty="0">
              <a:solidFill>
                <a:schemeClr val="accent6"/>
              </a:solidFill>
              <a:latin typeface="Savior Sans Expanded" pitchFamily="50" charset="0"/>
              <a:cs typeface="+mn-c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0FAF2F5-6BDA-21CF-0B32-DCC666301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66" y="837057"/>
            <a:ext cx="3376551" cy="136512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7E69934-181B-CCCB-0B1E-937004F8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82" t="17469" r="6155" b="15690"/>
          <a:stretch/>
        </p:blipFill>
        <p:spPr>
          <a:xfrm>
            <a:off x="424466" y="2063566"/>
            <a:ext cx="3720022" cy="122681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C933649-F583-D10D-8BD6-28FDE0C24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141" y="5171211"/>
            <a:ext cx="1219200" cy="1219200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52BD7B7D-6768-B7FC-A553-B5F276BA87B6}"/>
              </a:ext>
            </a:extLst>
          </p:cNvPr>
          <p:cNvGrpSpPr/>
          <p:nvPr/>
        </p:nvGrpSpPr>
        <p:grpSpPr>
          <a:xfrm>
            <a:off x="4722875" y="1077188"/>
            <a:ext cx="5074268" cy="884865"/>
            <a:chOff x="4414118" y="837057"/>
            <a:chExt cx="5074268" cy="884865"/>
          </a:xfrm>
        </p:grpSpPr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434A9EF1-5A44-F1E9-F089-95FA47C93470}"/>
                </a:ext>
              </a:extLst>
            </p:cNvPr>
            <p:cNvSpPr/>
            <p:nvPr/>
          </p:nvSpPr>
          <p:spPr>
            <a:xfrm>
              <a:off x="4414118" y="837057"/>
              <a:ext cx="5074268" cy="88486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1FD179CF-CA9C-2EBF-FC36-E2EE1E82A3A5}"/>
                </a:ext>
              </a:extLst>
            </p:cNvPr>
            <p:cNvSpPr txBox="1"/>
            <p:nvPr/>
          </p:nvSpPr>
          <p:spPr>
            <a:xfrm>
              <a:off x="4526309" y="923625"/>
              <a:ext cx="477207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s-ES" sz="1800" dirty="0">
                  <a:solidFill>
                    <a:schemeClr val="tx2"/>
                  </a:solidFill>
                  <a:latin typeface="Savior Sans Expanded Light" pitchFamily="2" charset="0"/>
                </a:rPr>
                <a:t>Manejo de datos de sección cruzada (Excel, por ejemplo)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014636AD-1A55-0932-A272-AB462CFF1227}"/>
              </a:ext>
            </a:extLst>
          </p:cNvPr>
          <p:cNvGrpSpPr/>
          <p:nvPr/>
        </p:nvGrpSpPr>
        <p:grpSpPr>
          <a:xfrm>
            <a:off x="4722875" y="2286122"/>
            <a:ext cx="5074268" cy="884865"/>
            <a:chOff x="4414118" y="837057"/>
            <a:chExt cx="5074268" cy="884865"/>
          </a:xfrm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D79343E3-44D3-FB21-A720-5B22B2347ACD}"/>
                </a:ext>
              </a:extLst>
            </p:cNvPr>
            <p:cNvSpPr/>
            <p:nvPr/>
          </p:nvSpPr>
          <p:spPr>
            <a:xfrm>
              <a:off x="4414118" y="837057"/>
              <a:ext cx="5074268" cy="88486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15383BA3-D0AD-5B36-3713-3892576196A5}"/>
                </a:ext>
              </a:extLst>
            </p:cNvPr>
            <p:cNvSpPr txBox="1"/>
            <p:nvPr/>
          </p:nvSpPr>
          <p:spPr>
            <a:xfrm>
              <a:off x="4526309" y="923625"/>
              <a:ext cx="477207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s-ES" sz="1800" dirty="0">
                  <a:solidFill>
                    <a:schemeClr val="tx2"/>
                  </a:solidFill>
                  <a:latin typeface="Savior Sans Expanded Light" pitchFamily="2" charset="0"/>
                </a:rPr>
                <a:t>Web </a:t>
              </a:r>
              <a:r>
                <a:rPr lang="es-ES" sz="1800" dirty="0" err="1">
                  <a:solidFill>
                    <a:schemeClr val="tx2"/>
                  </a:solidFill>
                  <a:latin typeface="Savior Sans Expanded Light" pitchFamily="2" charset="0"/>
                </a:rPr>
                <a:t>Scrapping</a:t>
              </a:r>
              <a:r>
                <a:rPr lang="es-ES" sz="1800" dirty="0">
                  <a:solidFill>
                    <a:schemeClr val="tx2"/>
                  </a:solidFill>
                  <a:latin typeface="Savior Sans Expanded Light" pitchFamily="2" charset="0"/>
                </a:rPr>
                <a:t>, extracción de datos de la web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43E33CD5-87DC-0BC2-18BA-87FA738A07AE}"/>
              </a:ext>
            </a:extLst>
          </p:cNvPr>
          <p:cNvGrpSpPr/>
          <p:nvPr/>
        </p:nvGrpSpPr>
        <p:grpSpPr>
          <a:xfrm>
            <a:off x="4722875" y="3585323"/>
            <a:ext cx="5074268" cy="1161748"/>
            <a:chOff x="4722875" y="3687014"/>
            <a:chExt cx="5074268" cy="1161748"/>
          </a:xfrm>
        </p:grpSpPr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0CAC3CBF-43D1-FBD0-FE76-798861E9FBB2}"/>
                </a:ext>
              </a:extLst>
            </p:cNvPr>
            <p:cNvSpPr/>
            <p:nvPr/>
          </p:nvSpPr>
          <p:spPr>
            <a:xfrm>
              <a:off x="4722875" y="3687014"/>
              <a:ext cx="5074268" cy="11617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A362C3B5-ED38-95A9-0DF1-A068690A7904}"/>
                </a:ext>
              </a:extLst>
            </p:cNvPr>
            <p:cNvSpPr txBox="1"/>
            <p:nvPr/>
          </p:nvSpPr>
          <p:spPr>
            <a:xfrm>
              <a:off x="4873973" y="3806223"/>
              <a:ext cx="477207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s-ES" sz="1800" dirty="0">
                  <a:solidFill>
                    <a:schemeClr val="tx2"/>
                  </a:solidFill>
                  <a:latin typeface="Savior Sans Expanded Light" pitchFamily="2" charset="0"/>
                </a:rPr>
                <a:t>Automatización de tareas, para ello se utiliza un navegador de prueba, en este caso Chrome Driver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0836BB24-D8B6-724A-F6A7-1196F1C4C717}"/>
              </a:ext>
            </a:extLst>
          </p:cNvPr>
          <p:cNvGrpSpPr/>
          <p:nvPr/>
        </p:nvGrpSpPr>
        <p:grpSpPr>
          <a:xfrm>
            <a:off x="659003" y="3483633"/>
            <a:ext cx="2907475" cy="1365129"/>
            <a:chOff x="424466" y="3483633"/>
            <a:chExt cx="2907475" cy="1365129"/>
          </a:xfrm>
        </p:grpSpPr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9EDBC8F8-498A-2913-D4C5-0CE9E51EE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4466" y="3483633"/>
              <a:ext cx="1306471" cy="1365129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0B8A9ADD-0057-97D9-FE6E-C91C38068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12741" y="3556597"/>
              <a:ext cx="1219200" cy="1219200"/>
            </a:xfrm>
            <a:prstGeom prst="rect">
              <a:avLst/>
            </a:prstGeom>
          </p:spPr>
        </p:pic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D5D327EE-5B68-22C8-9F1F-5ECC1F4713BF}"/>
              </a:ext>
            </a:extLst>
          </p:cNvPr>
          <p:cNvGrpSpPr/>
          <p:nvPr/>
        </p:nvGrpSpPr>
        <p:grpSpPr>
          <a:xfrm>
            <a:off x="4683968" y="5338379"/>
            <a:ext cx="5074268" cy="884865"/>
            <a:chOff x="4414118" y="837057"/>
            <a:chExt cx="5074268" cy="884865"/>
          </a:xfrm>
        </p:grpSpPr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B677D3D7-2F03-513F-83C0-695C548318CA}"/>
                </a:ext>
              </a:extLst>
            </p:cNvPr>
            <p:cNvSpPr/>
            <p:nvPr/>
          </p:nvSpPr>
          <p:spPr>
            <a:xfrm>
              <a:off x="4414118" y="837057"/>
              <a:ext cx="5074268" cy="88486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219154BE-178F-BB1D-0C33-6599294F1DED}"/>
                </a:ext>
              </a:extLst>
            </p:cNvPr>
            <p:cNvSpPr txBox="1"/>
            <p:nvPr/>
          </p:nvSpPr>
          <p:spPr>
            <a:xfrm>
              <a:off x="4526309" y="923625"/>
              <a:ext cx="477207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s-ES" sz="1800" dirty="0">
                  <a:solidFill>
                    <a:schemeClr val="tx2"/>
                  </a:solidFill>
                  <a:latin typeface="Savior Sans Expanded Light" pitchFamily="2" charset="0"/>
                </a:rPr>
                <a:t>Interfaz gráfica que permite una mayor accesibilidad al usuario</a:t>
              </a:r>
            </a:p>
          </p:txBody>
        </p:sp>
      </p:grpSp>
      <p:pic>
        <p:nvPicPr>
          <p:cNvPr id="9" name="Imagen 20">
            <a:extLst>
              <a:ext uri="{FF2B5EF4-FFF2-40B4-BE49-F238E27FC236}">
                <a16:creationId xmlns:a16="http://schemas.microsoft.com/office/drawing/2014/main" id="{ABE0551D-962E-F206-4333-E3C8C714FA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707441" y="213282"/>
            <a:ext cx="1137674" cy="113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53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D300A-1BDA-0020-5D78-352612CC3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30E051F-4840-8250-160C-09EF359A87E0}"/>
              </a:ext>
            </a:extLst>
          </p:cNvPr>
          <p:cNvSpPr txBox="1"/>
          <p:nvPr/>
        </p:nvSpPr>
        <p:spPr>
          <a:xfrm>
            <a:off x="418135" y="1165298"/>
            <a:ext cx="655268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s-ES" b="1" dirty="0">
                <a:solidFill>
                  <a:schemeClr val="accent6"/>
                </a:solidFill>
                <a:latin typeface="Savior Sans Expanded Light" pitchFamily="2" charset="0"/>
              </a:rPr>
              <a:t>El programa abre su interfaz: </a:t>
            </a:r>
            <a:r>
              <a:rPr lang="es-ES" b="1" dirty="0">
                <a:solidFill>
                  <a:schemeClr val="tx2"/>
                </a:solidFill>
                <a:latin typeface="Savior Sans Expanded Light" pitchFamily="2" charset="0"/>
              </a:rPr>
              <a:t>Es el primer contacto con el usuario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. Aquí puede ingresar su usuario y contraseña del RUES, el año y el archivo Excel donde se tienen la lista de </a:t>
            </a:r>
            <a:r>
              <a:rPr lang="es-ES" dirty="0" err="1">
                <a:solidFill>
                  <a:schemeClr val="tx2"/>
                </a:solidFill>
                <a:latin typeface="Savior Sans Expanded Light" pitchFamily="2" charset="0"/>
              </a:rPr>
              <a:t>nits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 para los que se quiera la información.</a:t>
            </a:r>
          </a:p>
          <a:p>
            <a:pPr indent="-342900" algn="just">
              <a:buFont typeface="+mj-lt"/>
              <a:buAutoNum type="arabicPeriod"/>
            </a:pPr>
            <a:endParaRPr lang="es-ES" dirty="0">
              <a:solidFill>
                <a:schemeClr val="tx2"/>
              </a:solidFill>
              <a:latin typeface="Savior Sans Expanded Ligh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s-ES" b="1" dirty="0">
              <a:solidFill>
                <a:schemeClr val="accent6"/>
              </a:solidFill>
              <a:latin typeface="Savior Sans Expanded Ligh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" b="1" dirty="0">
                <a:solidFill>
                  <a:schemeClr val="accent6"/>
                </a:solidFill>
                <a:latin typeface="Savior Sans Expanded Light" pitchFamily="2" charset="0"/>
              </a:rPr>
              <a:t>Ingreso a la página web del RUES: </a:t>
            </a:r>
            <a:r>
              <a:rPr lang="es-ES" b="1" dirty="0">
                <a:solidFill>
                  <a:srgbClr val="2C398E"/>
                </a:solidFill>
                <a:latin typeface="Savior Sans Expanded Light" pitchFamily="2" charset="0"/>
              </a:rPr>
              <a:t>El programa lo hace automáticamente. </a:t>
            </a:r>
            <a:r>
              <a:rPr lang="es-ES" dirty="0">
                <a:solidFill>
                  <a:srgbClr val="2C398E"/>
                </a:solidFill>
                <a:latin typeface="Savior Sans Expanded Light" pitchFamily="2" charset="0"/>
              </a:rPr>
              <a:t>Cuando detecta el cargue exitoso de la página, interactúa con los campos de </a:t>
            </a:r>
            <a:r>
              <a:rPr lang="es-ES" dirty="0" err="1">
                <a:solidFill>
                  <a:srgbClr val="2C398E"/>
                </a:solidFill>
                <a:latin typeface="Savior Sans Expanded Light" pitchFamily="2" charset="0"/>
              </a:rPr>
              <a:t>login</a:t>
            </a:r>
            <a:r>
              <a:rPr lang="es-ES" dirty="0">
                <a:solidFill>
                  <a:srgbClr val="2C398E"/>
                </a:solidFill>
                <a:latin typeface="Savior Sans Expanded Light" pitchFamily="2" charset="0"/>
              </a:rPr>
              <a:t> y procede a ingresar como un usuario normal.</a:t>
            </a:r>
            <a:endParaRPr lang="es-ES" dirty="0">
              <a:solidFill>
                <a:schemeClr val="tx2"/>
              </a:solidFill>
              <a:latin typeface="Savior Sans Expanded Ligh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s-ES" b="1" dirty="0">
              <a:solidFill>
                <a:schemeClr val="accent6"/>
              </a:solidFill>
              <a:latin typeface="Savior Sans Expanded Ligh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s-ES" b="1" dirty="0">
              <a:solidFill>
                <a:schemeClr val="accent6"/>
              </a:solidFill>
              <a:latin typeface="Savior Sans Expanded Ligh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" b="1" dirty="0">
                <a:solidFill>
                  <a:schemeClr val="accent6"/>
                </a:solidFill>
                <a:latin typeface="Savior Sans Expanded Light" pitchFamily="2" charset="0"/>
              </a:rPr>
              <a:t>Consulta por NIT: </a:t>
            </a:r>
            <a:r>
              <a:rPr lang="es-ES" b="1" dirty="0">
                <a:solidFill>
                  <a:srgbClr val="2C398E"/>
                </a:solidFill>
                <a:latin typeface="Savior Sans Expanded Light" pitchFamily="2" charset="0"/>
              </a:rPr>
              <a:t>El programa utiliza un ciclo </a:t>
            </a:r>
            <a:r>
              <a:rPr lang="es-ES" b="1" dirty="0" err="1">
                <a:solidFill>
                  <a:srgbClr val="2C398E"/>
                </a:solidFill>
                <a:latin typeface="Savior Sans Expanded Light" pitchFamily="2" charset="0"/>
              </a:rPr>
              <a:t>for</a:t>
            </a:r>
            <a:r>
              <a:rPr lang="es-ES" b="1" dirty="0">
                <a:solidFill>
                  <a:srgbClr val="2C398E"/>
                </a:solidFill>
                <a:latin typeface="Savior Sans Expanded Light" pitchFamily="2" charset="0"/>
              </a:rPr>
              <a:t> para cada NIT. </a:t>
            </a:r>
            <a:r>
              <a:rPr lang="es-ES" dirty="0">
                <a:solidFill>
                  <a:srgbClr val="2C398E"/>
                </a:solidFill>
                <a:latin typeface="Savior Sans Expanded Light" pitchFamily="2" charset="0"/>
              </a:rPr>
              <a:t>Lo que hace esto es aplicarle a cada NIT el proceso especificado. El primer paso es tomar el número y ponerlo en el campo de búsqueda para luego darle </a:t>
            </a:r>
            <a:r>
              <a:rPr lang="es-ES" dirty="0" err="1">
                <a:solidFill>
                  <a:srgbClr val="2C398E"/>
                </a:solidFill>
                <a:latin typeface="Savior Sans Expanded Light" pitchFamily="2" charset="0"/>
              </a:rPr>
              <a:t>click</a:t>
            </a:r>
            <a:r>
              <a:rPr lang="es-ES" dirty="0">
                <a:solidFill>
                  <a:srgbClr val="2C398E"/>
                </a:solidFill>
                <a:latin typeface="Savior Sans Expanded Light" pitchFamily="2" charset="0"/>
              </a:rPr>
              <a:t> al botón de ‘BUSCAR’</a:t>
            </a:r>
            <a:endParaRPr lang="es-ES" dirty="0">
              <a:solidFill>
                <a:schemeClr val="tx2"/>
              </a:solidFill>
              <a:latin typeface="Savior Sans Expanded Light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E078240-50D1-7B13-C954-12CAA48484FF}"/>
              </a:ext>
            </a:extLst>
          </p:cNvPr>
          <p:cNvSpPr txBox="1"/>
          <p:nvPr/>
        </p:nvSpPr>
        <p:spPr>
          <a:xfrm>
            <a:off x="230495" y="345396"/>
            <a:ext cx="6989702" cy="6118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¿Cómo lo hace?</a:t>
            </a:r>
            <a:endParaRPr lang="es-ES" dirty="0">
              <a:solidFill>
                <a:schemeClr val="accent6"/>
              </a:solidFill>
              <a:latin typeface="Savior Sans Expanded" pitchFamily="50" charset="0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B1F368-54E9-960F-8CAB-4B9BF6B42C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4" r="33319" b="2727"/>
          <a:stretch/>
        </p:blipFill>
        <p:spPr>
          <a:xfrm>
            <a:off x="7237489" y="2824063"/>
            <a:ext cx="4607626" cy="954447"/>
          </a:xfrm>
          <a:prstGeom prst="rect">
            <a:avLst/>
          </a:prstGeom>
          <a:ln>
            <a:solidFill>
              <a:srgbClr val="2C398E"/>
            </a:solidFill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CBB40E6-F3CC-96C4-DE99-B041B6B00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4357" y="1176038"/>
            <a:ext cx="1219306" cy="1219306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78A40CB3-28A1-ADBD-E5C0-D8D172756A5E}"/>
              </a:ext>
            </a:extLst>
          </p:cNvPr>
          <p:cNvGrpSpPr/>
          <p:nvPr/>
        </p:nvGrpSpPr>
        <p:grpSpPr>
          <a:xfrm>
            <a:off x="7460540" y="4479648"/>
            <a:ext cx="4384575" cy="1857661"/>
            <a:chOff x="7443248" y="4052136"/>
            <a:chExt cx="4384575" cy="1857661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7890C4EC-60B0-B715-DD80-6487E7920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69471" y="4052136"/>
              <a:ext cx="2558352" cy="954447"/>
            </a:xfrm>
            <a:prstGeom prst="rect">
              <a:avLst/>
            </a:prstGeom>
            <a:ln>
              <a:solidFill>
                <a:srgbClr val="FF207B"/>
              </a:solidFill>
            </a:ln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711E9749-45DB-8C9F-52A5-54EB6EA02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827" t="8877" r="12551"/>
            <a:stretch/>
          </p:blipFill>
          <p:spPr>
            <a:xfrm>
              <a:off x="7443248" y="4052136"/>
              <a:ext cx="676895" cy="1857661"/>
            </a:xfrm>
            <a:prstGeom prst="rect">
              <a:avLst/>
            </a:prstGeom>
            <a:ln>
              <a:solidFill>
                <a:srgbClr val="2C398E"/>
              </a:solidFill>
            </a:ln>
          </p:spPr>
        </p:pic>
        <p:sp>
          <p:nvSpPr>
            <p:cNvPr id="17" name="Flecha: a la derecha 16">
              <a:extLst>
                <a:ext uri="{FF2B5EF4-FFF2-40B4-BE49-F238E27FC236}">
                  <a16:creationId xmlns:a16="http://schemas.microsoft.com/office/drawing/2014/main" id="{798B341A-8223-B567-3848-BC68ED4068B0}"/>
                </a:ext>
              </a:extLst>
            </p:cNvPr>
            <p:cNvSpPr/>
            <p:nvPr/>
          </p:nvSpPr>
          <p:spPr>
            <a:xfrm>
              <a:off x="8348353" y="4370119"/>
              <a:ext cx="676895" cy="463138"/>
            </a:xfrm>
            <a:prstGeom prst="rightArrow">
              <a:avLst/>
            </a:prstGeom>
            <a:solidFill>
              <a:srgbClr val="2C39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2" name="Imagen 20">
            <a:extLst>
              <a:ext uri="{FF2B5EF4-FFF2-40B4-BE49-F238E27FC236}">
                <a16:creationId xmlns:a16="http://schemas.microsoft.com/office/drawing/2014/main" id="{05890D0C-3C19-0F08-4C4C-28012A69C7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707441" y="213282"/>
            <a:ext cx="1137674" cy="113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05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9F5D8-2022-C83C-F78A-520B63419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40F4AAB-BBB7-C501-007E-4D556C22A852}"/>
              </a:ext>
            </a:extLst>
          </p:cNvPr>
          <p:cNvSpPr txBox="1"/>
          <p:nvPr/>
        </p:nvSpPr>
        <p:spPr>
          <a:xfrm>
            <a:off x="418135" y="1236548"/>
            <a:ext cx="6552681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chemeClr val="accent6"/>
                </a:solidFill>
                <a:latin typeface="Savior Sans Expanded Light" pitchFamily="2" charset="0"/>
              </a:rPr>
              <a:t>3.  Se busca el botón de </a:t>
            </a:r>
            <a:r>
              <a:rPr lang="es-ES" b="1" dirty="0" err="1">
                <a:solidFill>
                  <a:schemeClr val="accent6"/>
                </a:solidFill>
                <a:latin typeface="Savior Sans Expanded Light" pitchFamily="2" charset="0"/>
              </a:rPr>
              <a:t>info</a:t>
            </a:r>
            <a:r>
              <a:rPr lang="es-ES" b="1" dirty="0">
                <a:solidFill>
                  <a:schemeClr val="accent6"/>
                </a:solidFill>
                <a:latin typeface="Savior Sans Expanded Light" pitchFamily="2" charset="0"/>
              </a:rPr>
              <a:t> financiera: </a:t>
            </a:r>
            <a:r>
              <a:rPr lang="es-ES" b="1" dirty="0">
                <a:solidFill>
                  <a:schemeClr val="tx2"/>
                </a:solidFill>
                <a:latin typeface="Savior Sans Expanded Light" pitchFamily="2" charset="0"/>
              </a:rPr>
              <a:t>El programa hace “</a:t>
            </a:r>
            <a:r>
              <a:rPr lang="es-ES" b="1" dirty="0" err="1">
                <a:solidFill>
                  <a:schemeClr val="tx2"/>
                </a:solidFill>
                <a:latin typeface="Savior Sans Expanded Light" pitchFamily="2" charset="0"/>
              </a:rPr>
              <a:t>scroll</a:t>
            </a:r>
            <a:r>
              <a:rPr lang="es-ES" b="1" dirty="0">
                <a:solidFill>
                  <a:schemeClr val="tx2"/>
                </a:solidFill>
                <a:latin typeface="Savior Sans Expanded Light" pitchFamily="2" charset="0"/>
              </a:rPr>
              <a:t>” hasta que detecta donde está el botón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. Luego procede a hacer “</a:t>
            </a:r>
            <a:r>
              <a:rPr lang="es-ES" dirty="0" err="1">
                <a:solidFill>
                  <a:schemeClr val="tx2"/>
                </a:solidFill>
                <a:latin typeface="Savior Sans Expanded Light" pitchFamily="2" charset="0"/>
              </a:rPr>
              <a:t>click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” en él.</a:t>
            </a:r>
          </a:p>
          <a:p>
            <a:pPr marL="342900" indent="-342900" algn="just">
              <a:buFont typeface="+mj-lt"/>
              <a:buAutoNum type="arabicPeriod"/>
            </a:pPr>
            <a:endParaRPr lang="es-ES" dirty="0">
              <a:solidFill>
                <a:schemeClr val="tx2"/>
              </a:solidFill>
              <a:latin typeface="Savior Sans Expanded Light" pitchFamily="2" charset="0"/>
            </a:endParaRPr>
          </a:p>
          <a:p>
            <a:pPr indent="-342900" algn="just">
              <a:buFont typeface="+mj-lt"/>
              <a:buAutoNum type="arabicPeriod"/>
            </a:pPr>
            <a:endParaRPr lang="es-ES" dirty="0">
              <a:solidFill>
                <a:schemeClr val="tx2"/>
              </a:solidFill>
              <a:latin typeface="Savior Sans Expanded Light" pitchFamily="2" charset="0"/>
            </a:endParaRPr>
          </a:p>
          <a:p>
            <a:pPr algn="just"/>
            <a:r>
              <a:rPr lang="es-ES" b="1" dirty="0">
                <a:solidFill>
                  <a:schemeClr val="accent6"/>
                </a:solidFill>
                <a:latin typeface="Savior Sans Expanded Light" pitchFamily="2" charset="0"/>
              </a:rPr>
              <a:t>4.  Dar “</a:t>
            </a:r>
            <a:r>
              <a:rPr lang="es-ES" b="1" dirty="0" err="1">
                <a:solidFill>
                  <a:schemeClr val="accent6"/>
                </a:solidFill>
                <a:latin typeface="Savior Sans Expanded Light" pitchFamily="2" charset="0"/>
              </a:rPr>
              <a:t>click</a:t>
            </a:r>
            <a:r>
              <a:rPr lang="es-ES" b="1" dirty="0">
                <a:solidFill>
                  <a:schemeClr val="accent6"/>
                </a:solidFill>
                <a:latin typeface="Savior Sans Expanded Light" pitchFamily="2" charset="0"/>
              </a:rPr>
              <a:t>” en el botón de año: </a:t>
            </a:r>
            <a:r>
              <a:rPr lang="es-ES" b="1" dirty="0">
                <a:solidFill>
                  <a:srgbClr val="2C398E"/>
                </a:solidFill>
                <a:latin typeface="Savior Sans Expanded Light" pitchFamily="2" charset="0"/>
              </a:rPr>
              <a:t>. </a:t>
            </a:r>
            <a:r>
              <a:rPr lang="es-ES" dirty="0">
                <a:solidFill>
                  <a:srgbClr val="2C398E"/>
                </a:solidFill>
                <a:latin typeface="Savior Sans Expanded Light" pitchFamily="2" charset="0"/>
              </a:rPr>
              <a:t>Cuando detecta el cargue exitoso de la página, </a:t>
            </a:r>
            <a:r>
              <a:rPr lang="es-ES" b="1" dirty="0">
                <a:solidFill>
                  <a:srgbClr val="2C398E"/>
                </a:solidFill>
                <a:latin typeface="Savior Sans Expanded Light" pitchFamily="2" charset="0"/>
              </a:rPr>
              <a:t>interactúa con los campos de </a:t>
            </a:r>
            <a:r>
              <a:rPr lang="es-ES" b="1" dirty="0" err="1">
                <a:solidFill>
                  <a:srgbClr val="2C398E"/>
                </a:solidFill>
                <a:latin typeface="Savior Sans Expanded Light" pitchFamily="2" charset="0"/>
              </a:rPr>
              <a:t>login</a:t>
            </a:r>
            <a:r>
              <a:rPr lang="es-ES" dirty="0">
                <a:solidFill>
                  <a:srgbClr val="2C398E"/>
                </a:solidFill>
                <a:latin typeface="Savior Sans Expanded Light" pitchFamily="2" charset="0"/>
              </a:rPr>
              <a:t> y procede a ingresar como un usuario normal.</a:t>
            </a:r>
          </a:p>
          <a:p>
            <a:pPr marL="342900" indent="-342900" algn="just">
              <a:buFont typeface="+mj-lt"/>
              <a:buAutoNum type="arabicPeriod"/>
            </a:pPr>
            <a:endParaRPr lang="es-ES" dirty="0">
              <a:solidFill>
                <a:schemeClr val="tx2"/>
              </a:solidFill>
              <a:latin typeface="Savior Sans Expanded Light" pitchFamily="2" charset="0"/>
            </a:endParaRPr>
          </a:p>
          <a:p>
            <a:pPr algn="just"/>
            <a:endParaRPr lang="es-ES" b="1" dirty="0">
              <a:solidFill>
                <a:schemeClr val="accent6"/>
              </a:solidFill>
              <a:latin typeface="Savior Sans Expanded Light" pitchFamily="2" charset="0"/>
            </a:endParaRPr>
          </a:p>
          <a:p>
            <a:pPr algn="just"/>
            <a:r>
              <a:rPr lang="es-ES" b="1" dirty="0">
                <a:solidFill>
                  <a:schemeClr val="accent6"/>
                </a:solidFill>
                <a:latin typeface="Savior Sans Expanded Light" pitchFamily="2" charset="0"/>
              </a:rPr>
              <a:t>5. Extracción de la información: </a:t>
            </a:r>
            <a:r>
              <a:rPr lang="es-ES" dirty="0">
                <a:solidFill>
                  <a:srgbClr val="2C398E"/>
                </a:solidFill>
                <a:latin typeface="Savior Sans Expanded Light" pitchFamily="2" charset="0"/>
              </a:rPr>
              <a:t>Al tener la información financiera ya disponible, se extraen las variables que se necesitan, en este caso específico solo activos e ingresos. El programa los guarda internamente y luego los organiza en un Excel que se guarda automáticamente en la carpera de descargas.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5EC696D-277C-3E43-665A-6B483DF83B91}"/>
              </a:ext>
            </a:extLst>
          </p:cNvPr>
          <p:cNvSpPr txBox="1"/>
          <p:nvPr/>
        </p:nvSpPr>
        <p:spPr>
          <a:xfrm>
            <a:off x="230495" y="345396"/>
            <a:ext cx="6989702" cy="6118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¿Cómo lo hace?</a:t>
            </a:r>
            <a:endParaRPr lang="es-ES" dirty="0">
              <a:solidFill>
                <a:schemeClr val="accent6"/>
              </a:solidFill>
              <a:latin typeface="Savior Sans Expanded" pitchFamily="50" charset="0"/>
              <a:cs typeface="+mn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8120046-A5E6-9B40-00D1-C90267A99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407" y="1453518"/>
            <a:ext cx="4579416" cy="516374"/>
          </a:xfrm>
          <a:prstGeom prst="rect">
            <a:avLst/>
          </a:prstGeom>
          <a:ln>
            <a:solidFill>
              <a:srgbClr val="2C398E"/>
            </a:solidFill>
          </a:ln>
        </p:spPr>
      </p:pic>
      <p:grpSp>
        <p:nvGrpSpPr>
          <p:cNvPr id="26" name="Grupo 25">
            <a:extLst>
              <a:ext uri="{FF2B5EF4-FFF2-40B4-BE49-F238E27FC236}">
                <a16:creationId xmlns:a16="http://schemas.microsoft.com/office/drawing/2014/main" id="{52E9A079-6FF2-2CE8-5788-108EE3DB2029}"/>
              </a:ext>
            </a:extLst>
          </p:cNvPr>
          <p:cNvGrpSpPr/>
          <p:nvPr/>
        </p:nvGrpSpPr>
        <p:grpSpPr>
          <a:xfrm>
            <a:off x="8063345" y="3780043"/>
            <a:ext cx="2931226" cy="2076740"/>
            <a:chOff x="8063345" y="3780043"/>
            <a:chExt cx="2931226" cy="2076740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5CF053E4-C780-0718-6B4A-B0B4CE557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4902" y="3780043"/>
              <a:ext cx="2686425" cy="2076740"/>
            </a:xfrm>
            <a:prstGeom prst="rect">
              <a:avLst/>
            </a:prstGeom>
            <a:ln>
              <a:solidFill>
                <a:srgbClr val="2C398E"/>
              </a:solidFill>
            </a:ln>
          </p:spPr>
        </p:pic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9139CBDE-E32B-AB24-FD77-F09B6ECD3B99}"/>
                </a:ext>
              </a:extLst>
            </p:cNvPr>
            <p:cNvSpPr/>
            <p:nvPr/>
          </p:nvSpPr>
          <p:spPr>
            <a:xfrm>
              <a:off x="8063345" y="4239491"/>
              <a:ext cx="2921330" cy="142504"/>
            </a:xfrm>
            <a:prstGeom prst="rect">
              <a:avLst/>
            </a:prstGeom>
            <a:noFill/>
            <a:ln w="19050">
              <a:solidFill>
                <a:srgbClr val="FF207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B1A8A41C-A63B-C22B-1B8C-40B92D68B5AD}"/>
                </a:ext>
              </a:extLst>
            </p:cNvPr>
            <p:cNvSpPr/>
            <p:nvPr/>
          </p:nvSpPr>
          <p:spPr>
            <a:xfrm>
              <a:off x="8073241" y="5674425"/>
              <a:ext cx="2921330" cy="142504"/>
            </a:xfrm>
            <a:prstGeom prst="rect">
              <a:avLst/>
            </a:prstGeom>
            <a:noFill/>
            <a:ln w="19050">
              <a:solidFill>
                <a:srgbClr val="FF207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29DDB72D-775B-CFF1-B436-BEC45ACE9A5C}"/>
              </a:ext>
            </a:extLst>
          </p:cNvPr>
          <p:cNvGrpSpPr/>
          <p:nvPr/>
        </p:nvGrpSpPr>
        <p:grpSpPr>
          <a:xfrm>
            <a:off x="8550234" y="2383276"/>
            <a:ext cx="1472540" cy="1210000"/>
            <a:chOff x="8550234" y="2276314"/>
            <a:chExt cx="1472540" cy="1210000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AD5F3FFB-9971-AD1C-2B41-03AAE3F0E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38009" y="2276314"/>
              <a:ext cx="800212" cy="1152686"/>
            </a:xfrm>
            <a:prstGeom prst="rect">
              <a:avLst/>
            </a:prstGeom>
            <a:ln>
              <a:solidFill>
                <a:srgbClr val="2C398E"/>
              </a:solidFill>
            </a:ln>
          </p:spPr>
        </p:pic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B0B8F9C0-896E-C7DF-4614-D63A03D0090E}"/>
                </a:ext>
              </a:extLst>
            </p:cNvPr>
            <p:cNvSpPr/>
            <p:nvPr/>
          </p:nvSpPr>
          <p:spPr>
            <a:xfrm>
              <a:off x="9048997" y="2912626"/>
              <a:ext cx="973777" cy="573688"/>
            </a:xfrm>
            <a:prstGeom prst="rect">
              <a:avLst/>
            </a:prstGeom>
            <a:noFill/>
            <a:ln w="19050">
              <a:solidFill>
                <a:srgbClr val="FF207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Flecha: a la derecha 18">
              <a:extLst>
                <a:ext uri="{FF2B5EF4-FFF2-40B4-BE49-F238E27FC236}">
                  <a16:creationId xmlns:a16="http://schemas.microsoft.com/office/drawing/2014/main" id="{69E28C05-FAEF-D983-DB20-49F60731AA67}"/>
                </a:ext>
              </a:extLst>
            </p:cNvPr>
            <p:cNvSpPr/>
            <p:nvPr/>
          </p:nvSpPr>
          <p:spPr>
            <a:xfrm>
              <a:off x="8550234" y="3132512"/>
              <a:ext cx="498763" cy="133916"/>
            </a:xfrm>
            <a:prstGeom prst="rightArrow">
              <a:avLst/>
            </a:prstGeom>
            <a:solidFill>
              <a:srgbClr val="FF207B"/>
            </a:solidFill>
            <a:ln>
              <a:solidFill>
                <a:srgbClr val="FF207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2D597FCC-B9B6-AD1D-5163-D020A3F1D4ED}"/>
              </a:ext>
            </a:extLst>
          </p:cNvPr>
          <p:cNvCxnSpPr>
            <a:stCxn id="14" idx="1"/>
            <a:endCxn id="15" idx="1"/>
          </p:cNvCxnSpPr>
          <p:nvPr/>
        </p:nvCxnSpPr>
        <p:spPr>
          <a:xfrm rot="10800000" flipH="1" flipV="1">
            <a:off x="8063345" y="4310743"/>
            <a:ext cx="9896" cy="1434934"/>
          </a:xfrm>
          <a:prstGeom prst="bentConnector3">
            <a:avLst>
              <a:gd name="adj1" fmla="val -2310024"/>
            </a:avLst>
          </a:prstGeom>
          <a:ln w="19050">
            <a:solidFill>
              <a:srgbClr val="FF207B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n 20">
            <a:extLst>
              <a:ext uri="{FF2B5EF4-FFF2-40B4-BE49-F238E27FC236}">
                <a16:creationId xmlns:a16="http://schemas.microsoft.com/office/drawing/2014/main" id="{CA08C47D-2137-B7D8-1AB7-34561A619D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707441" y="213282"/>
            <a:ext cx="1137674" cy="113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33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9C2F9-D0FF-AED4-0AED-7D03B35E6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A14DF84-55E1-BC83-0A36-8FF765AE9250}"/>
              </a:ext>
            </a:extLst>
          </p:cNvPr>
          <p:cNvSpPr txBox="1"/>
          <p:nvPr/>
        </p:nvSpPr>
        <p:spPr>
          <a:xfrm>
            <a:off x="418135" y="1773487"/>
            <a:ext cx="6127530" cy="43672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651" dirty="0">
                <a:solidFill>
                  <a:srgbClr val="2C398E"/>
                </a:solidFill>
                <a:latin typeface="Savior Sans Expanded" pitchFamily="50" charset="0"/>
                <a:cs typeface="+mn-cs"/>
              </a:rPr>
              <a:t>¿Qué es un ciclo FOR?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AB4135D-1BB0-D86B-0D4D-4C3BE435FCED}"/>
              </a:ext>
            </a:extLst>
          </p:cNvPr>
          <p:cNvSpPr/>
          <p:nvPr/>
        </p:nvSpPr>
        <p:spPr>
          <a:xfrm>
            <a:off x="2171656" y="4751664"/>
            <a:ext cx="5074268" cy="131385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FC80844-754F-9D06-1668-85431F9FE406}"/>
              </a:ext>
            </a:extLst>
          </p:cNvPr>
          <p:cNvSpPr txBox="1"/>
          <p:nvPr/>
        </p:nvSpPr>
        <p:spPr>
          <a:xfrm>
            <a:off x="2322754" y="4841816"/>
            <a:ext cx="4772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800" dirty="0">
                <a:solidFill>
                  <a:schemeClr val="tx2"/>
                </a:solidFill>
                <a:latin typeface="Savior Sans Expanded Light" pitchFamily="2" charset="0"/>
              </a:rPr>
              <a:t>Ahora que se sabe el proceso de recolección de datos para un NIT, se le aplica el mismo proceso para todos los NITS que se le carguen al problema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47798BD6-F067-F108-A64A-DB98FAA58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6766" y="2195556"/>
            <a:ext cx="1633792" cy="163379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DB468DD-67EC-8CA8-E9B2-695BA2C2FADC}"/>
              </a:ext>
            </a:extLst>
          </p:cNvPr>
          <p:cNvSpPr txBox="1"/>
          <p:nvPr/>
        </p:nvSpPr>
        <p:spPr>
          <a:xfrm>
            <a:off x="418135" y="1165298"/>
            <a:ext cx="65526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solidFill>
                  <a:srgbClr val="2C398E"/>
                </a:solidFill>
                <a:latin typeface="Savior Sans Expanded Light" pitchFamily="2" charset="0"/>
              </a:rPr>
              <a:t>Se copia el proceso y se somete a un </a:t>
            </a:r>
            <a:r>
              <a:rPr lang="es-ES" sz="2400" b="1" dirty="0">
                <a:solidFill>
                  <a:srgbClr val="2C398E"/>
                </a:solidFill>
                <a:latin typeface="Savior Sans Expanded Light" pitchFamily="2" charset="0"/>
              </a:rPr>
              <a:t>Ciclo FOR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5624890-3118-1DB8-E191-0E227C1686A3}"/>
              </a:ext>
            </a:extLst>
          </p:cNvPr>
          <p:cNvSpPr txBox="1"/>
          <p:nvPr/>
        </p:nvSpPr>
        <p:spPr>
          <a:xfrm>
            <a:off x="230494" y="345396"/>
            <a:ext cx="9792279" cy="6118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Eso es para un NIT… ¿y para varios?</a:t>
            </a:r>
            <a:endParaRPr lang="es-ES" dirty="0">
              <a:solidFill>
                <a:schemeClr val="accent6"/>
              </a:solidFill>
              <a:latin typeface="Savior Sans Expanded" pitchFamily="50" charset="0"/>
              <a:cs typeface="+mn-cs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7759025-2E6A-D4C1-3204-C2965D14CB5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44591" y="1350956"/>
            <a:ext cx="4029274" cy="4634208"/>
          </a:xfrm>
          <a:prstGeom prst="rect">
            <a:avLst/>
          </a:prstGeom>
        </p:spPr>
      </p:pic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C3ED18B-809E-A9AD-09B8-17DF61EA8129}"/>
              </a:ext>
            </a:extLst>
          </p:cNvPr>
          <p:cNvSpPr/>
          <p:nvPr/>
        </p:nvSpPr>
        <p:spPr>
          <a:xfrm>
            <a:off x="2171656" y="2408338"/>
            <a:ext cx="5074268" cy="122551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7388F0-B513-7FEE-182E-7FA07B3E0C25}"/>
              </a:ext>
            </a:extLst>
          </p:cNvPr>
          <p:cNvSpPr txBox="1"/>
          <p:nvPr/>
        </p:nvSpPr>
        <p:spPr>
          <a:xfrm>
            <a:off x="2322754" y="2550787"/>
            <a:ext cx="47720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800" dirty="0">
                <a:solidFill>
                  <a:schemeClr val="tx2"/>
                </a:solidFill>
                <a:latin typeface="Savior Sans Expanded Light" pitchFamily="2" charset="0"/>
              </a:rPr>
              <a:t>Es un proceso que reproduce n-veces lo que le se le programe hacer hasta que se cumpla una condición específica.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626AEE9-9E2D-7C26-CDE7-8B3EE3765FDE}"/>
              </a:ext>
            </a:extLst>
          </p:cNvPr>
          <p:cNvSpPr txBox="1"/>
          <p:nvPr/>
        </p:nvSpPr>
        <p:spPr>
          <a:xfrm>
            <a:off x="386766" y="3919501"/>
            <a:ext cx="6127530" cy="43672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651" dirty="0">
                <a:solidFill>
                  <a:srgbClr val="2C398E"/>
                </a:solidFill>
                <a:latin typeface="Savior Sans Expanded" pitchFamily="50" charset="0"/>
                <a:cs typeface="+mn-cs"/>
              </a:rPr>
              <a:t>¿Cómo aplica a nuestro caso?</a:t>
            </a: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7F773548-E3A1-EAAC-E6A5-DD3A0C393D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83442" y="4591694"/>
            <a:ext cx="1633792" cy="1633792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3B34B93E-D3D8-5E75-6CAA-E01D0EA6F1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707441" y="213282"/>
            <a:ext cx="1137674" cy="113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737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DB8D0-D1C3-AC0C-A5B7-CB4D8175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11E5AA8-2DF5-73C8-EC52-51323FDD34EF}"/>
              </a:ext>
            </a:extLst>
          </p:cNvPr>
          <p:cNvSpPr txBox="1"/>
          <p:nvPr/>
        </p:nvSpPr>
        <p:spPr>
          <a:xfrm>
            <a:off x="418135" y="1773487"/>
            <a:ext cx="6127530" cy="43672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651" dirty="0">
                <a:solidFill>
                  <a:srgbClr val="2C398E"/>
                </a:solidFill>
                <a:latin typeface="Savior Sans Expanded" pitchFamily="50" charset="0"/>
                <a:cs typeface="+mn-cs"/>
              </a:rPr>
              <a:t>Tiempo antes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0985343-96BE-1BEB-5354-4FA00CA9E983}"/>
              </a:ext>
            </a:extLst>
          </p:cNvPr>
          <p:cNvSpPr/>
          <p:nvPr/>
        </p:nvSpPr>
        <p:spPr>
          <a:xfrm>
            <a:off x="2171656" y="4751664"/>
            <a:ext cx="5074268" cy="131385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688A5FD-2310-3056-0864-A1D44C72D0B3}"/>
              </a:ext>
            </a:extLst>
          </p:cNvPr>
          <p:cNvSpPr txBox="1"/>
          <p:nvPr/>
        </p:nvSpPr>
        <p:spPr>
          <a:xfrm>
            <a:off x="2322754" y="4784835"/>
            <a:ext cx="4772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chemeClr val="tx2"/>
                </a:solidFill>
                <a:latin typeface="Savior Sans Expanded Light" pitchFamily="2" charset="0"/>
              </a:rPr>
              <a:t>El programa se tarda máximo 5 segundos por NIT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, por lo que este se tardaría máximo </a:t>
            </a:r>
            <a:r>
              <a:rPr lang="es-ES" b="1" dirty="0">
                <a:solidFill>
                  <a:srgbClr val="FF207B"/>
                </a:solidFill>
                <a:latin typeface="Savior Sans Expanded Light" pitchFamily="2" charset="0"/>
              </a:rPr>
              <a:t>6.000 segundos 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en hacer toda la misma consulta, es decir </a:t>
            </a:r>
            <a:r>
              <a:rPr lang="es-ES" b="1" dirty="0">
                <a:solidFill>
                  <a:srgbClr val="2C398E"/>
                </a:solidFill>
                <a:latin typeface="Savior Sans Expanded Light" pitchFamily="2" charset="0"/>
              </a:rPr>
              <a:t>1,7 horas de trabajo</a:t>
            </a:r>
            <a:endParaRPr lang="es-ES" sz="1800" b="1" dirty="0">
              <a:solidFill>
                <a:srgbClr val="2C398E"/>
              </a:solidFill>
              <a:latin typeface="Savior Sans Expanded Light" pitchFamily="2" charset="0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1B9A575-2A6F-9D30-22C7-8868E4A01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6766" y="2195556"/>
            <a:ext cx="1633792" cy="1633792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0FD2A8BE-09D7-0E6F-EE1A-D592AC3AFF0D}"/>
              </a:ext>
            </a:extLst>
          </p:cNvPr>
          <p:cNvSpPr txBox="1"/>
          <p:nvPr/>
        </p:nvSpPr>
        <p:spPr>
          <a:xfrm>
            <a:off x="230495" y="345396"/>
            <a:ext cx="6775948" cy="11043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srgbClr val="253D90"/>
                </a:solidFill>
                <a:latin typeface="Savior Sans Expanded" pitchFamily="50" charset="0"/>
                <a:cs typeface="+mn-cs"/>
              </a:rPr>
              <a:t>Reducción de tiempo en el proceso crítico</a:t>
            </a:r>
            <a:endParaRPr lang="es-ES" dirty="0">
              <a:solidFill>
                <a:schemeClr val="accent6"/>
              </a:solidFill>
              <a:latin typeface="Savior Sans Expanded" pitchFamily="50" charset="0"/>
              <a:cs typeface="+mn-cs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37CF650C-AC75-8F33-5D54-18F591C39D28}"/>
              </a:ext>
            </a:extLst>
          </p:cNvPr>
          <p:cNvSpPr/>
          <p:nvPr/>
        </p:nvSpPr>
        <p:spPr>
          <a:xfrm>
            <a:off x="2171656" y="2408338"/>
            <a:ext cx="5074268" cy="122551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A726319-C422-1CEC-11D5-D842502EAFCC}"/>
              </a:ext>
            </a:extLst>
          </p:cNvPr>
          <p:cNvSpPr txBox="1"/>
          <p:nvPr/>
        </p:nvSpPr>
        <p:spPr>
          <a:xfrm>
            <a:off x="2322754" y="2433521"/>
            <a:ext cx="4772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Para la revisión de </a:t>
            </a:r>
            <a:r>
              <a:rPr lang="es-ES" b="1" dirty="0">
                <a:solidFill>
                  <a:schemeClr val="tx2"/>
                </a:solidFill>
                <a:latin typeface="Savior Sans Expanded Light" pitchFamily="2" charset="0"/>
              </a:rPr>
              <a:t>1200 NITS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 antes se tomaban </a:t>
            </a:r>
            <a:r>
              <a:rPr lang="es-ES" b="1" dirty="0">
                <a:solidFill>
                  <a:srgbClr val="FF207B"/>
                </a:solidFill>
                <a:latin typeface="Savior Sans Expanded Light" pitchFamily="2" charset="0"/>
              </a:rPr>
              <a:t>230.400 segundos</a:t>
            </a:r>
            <a:r>
              <a:rPr lang="es-ES" b="1" dirty="0">
                <a:solidFill>
                  <a:schemeClr val="tx2"/>
                </a:solidFill>
                <a:latin typeface="Savior Sans Expanded Light" pitchFamily="2" charset="0"/>
              </a:rPr>
              <a:t>, 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lo que es equivalente a </a:t>
            </a:r>
            <a:r>
              <a:rPr lang="es-ES" b="1" dirty="0">
                <a:solidFill>
                  <a:schemeClr val="tx2"/>
                </a:solidFill>
                <a:latin typeface="Savior Sans Expanded Light" pitchFamily="2" charset="0"/>
              </a:rPr>
              <a:t>1 semana y media de trabajo</a:t>
            </a:r>
            <a:r>
              <a:rPr lang="es-ES" dirty="0">
                <a:solidFill>
                  <a:schemeClr val="tx2"/>
                </a:solidFill>
                <a:latin typeface="Savior Sans Expanded Light" pitchFamily="2" charset="0"/>
              </a:rPr>
              <a:t> utilizando el día completo</a:t>
            </a:r>
            <a:endParaRPr lang="es-ES" sz="1800" b="1" dirty="0">
              <a:solidFill>
                <a:schemeClr val="tx2"/>
              </a:solidFill>
              <a:latin typeface="Savior Sans Expanded Light" pitchFamily="2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670AD1B-A80A-BC29-831A-FF55696E3267}"/>
              </a:ext>
            </a:extLst>
          </p:cNvPr>
          <p:cNvSpPr txBox="1"/>
          <p:nvPr/>
        </p:nvSpPr>
        <p:spPr>
          <a:xfrm>
            <a:off x="386766" y="3919501"/>
            <a:ext cx="6127530" cy="43672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651" dirty="0">
                <a:solidFill>
                  <a:srgbClr val="2C398E"/>
                </a:solidFill>
                <a:latin typeface="Savior Sans Expanded" pitchFamily="50" charset="0"/>
                <a:cs typeface="+mn-cs"/>
              </a:rPr>
              <a:t>Tiempo ahora</a:t>
            </a: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62C0C817-0E5D-5250-4968-31C455ED93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3442" y="4591694"/>
            <a:ext cx="1633792" cy="1633792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0ABA9FED-483D-2679-5FC8-D81A8CD277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707441" y="213282"/>
            <a:ext cx="1137674" cy="113767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A4AAF86-48DB-9E7F-D389-3306A7029A54}"/>
              </a:ext>
            </a:extLst>
          </p:cNvPr>
          <p:cNvSpPr txBox="1"/>
          <p:nvPr/>
        </p:nvSpPr>
        <p:spPr>
          <a:xfrm>
            <a:off x="8702442" y="3229882"/>
            <a:ext cx="2104103" cy="43672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lnSpc>
                <a:spcPct val="80000"/>
              </a:lnSpc>
              <a:defRPr sz="4000">
                <a:solidFill>
                  <a:srgbClr val="FFC724"/>
                </a:solidFill>
                <a:latin typeface="AmpleSoft Bold"/>
                <a:cs typeface="AmpleSoft Bold"/>
              </a:defRPr>
            </a:lvl1pPr>
            <a:lvl2pPr marL="0" lvl="1">
              <a:lnSpc>
                <a:spcPct val="80000"/>
              </a:lnSpc>
              <a:defRPr sz="4000" b="1">
                <a:solidFill>
                  <a:prstClr val="white"/>
                </a:solidFill>
                <a:latin typeface="AmpleSoft-Bold" panose="02000000000000000000" pitchFamily="2" charset="0"/>
                <a:cs typeface="AmpleSoft Bold"/>
              </a:defRPr>
            </a:lvl2pPr>
          </a:lstStyle>
          <a:p>
            <a:pPr marR="0" lvl="1" indent="0" defTabSz="609523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651" dirty="0">
                <a:solidFill>
                  <a:srgbClr val="2C398E"/>
                </a:solidFill>
                <a:latin typeface="Savior Sans Expanded" pitchFamily="50" charset="0"/>
                <a:cs typeface="+mn-cs"/>
              </a:rPr>
              <a:t>Resultados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B667AD9-7C98-F8CB-3120-FF62390043BD}"/>
              </a:ext>
            </a:extLst>
          </p:cNvPr>
          <p:cNvGrpSpPr/>
          <p:nvPr/>
        </p:nvGrpSpPr>
        <p:grpSpPr>
          <a:xfrm>
            <a:off x="7736816" y="3825713"/>
            <a:ext cx="4057175" cy="796654"/>
            <a:chOff x="7736816" y="4276972"/>
            <a:chExt cx="4057175" cy="796654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E428CE37-5306-3359-C332-94B2C1E5C261}"/>
                </a:ext>
              </a:extLst>
            </p:cNvPr>
            <p:cNvSpPr/>
            <p:nvPr/>
          </p:nvSpPr>
          <p:spPr>
            <a:xfrm>
              <a:off x="7736816" y="4276972"/>
              <a:ext cx="4057175" cy="79665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46A78609-B6BF-A891-E2C2-36BE40DD5A80}"/>
                </a:ext>
              </a:extLst>
            </p:cNvPr>
            <p:cNvSpPr txBox="1"/>
            <p:nvPr/>
          </p:nvSpPr>
          <p:spPr>
            <a:xfrm>
              <a:off x="7897090" y="4347467"/>
              <a:ext cx="37366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s-ES" dirty="0">
                  <a:solidFill>
                    <a:schemeClr val="tx2"/>
                  </a:solidFill>
                  <a:latin typeface="Savior Sans Expanded Light" pitchFamily="2" charset="0"/>
                </a:rPr>
                <a:t>Un porcentaje de reducción en el proceso crítico del  </a:t>
              </a:r>
              <a:r>
                <a:rPr lang="es-ES" b="1" dirty="0">
                  <a:solidFill>
                    <a:srgbClr val="008F00"/>
                  </a:solidFill>
                  <a:latin typeface="Savior Sans Expanded Light" pitchFamily="2" charset="0"/>
                </a:rPr>
                <a:t>97,4%</a:t>
              </a:r>
              <a:endParaRPr lang="es-ES" sz="1800" b="1" dirty="0">
                <a:solidFill>
                  <a:srgbClr val="008F00"/>
                </a:solidFill>
                <a:latin typeface="Savior Sans Expanded Light" pitchFamily="2" charset="0"/>
              </a:endParaRPr>
            </a:p>
          </p:txBody>
        </p:sp>
      </p:grpSp>
      <p:sp>
        <p:nvSpPr>
          <p:cNvPr id="12" name="Flecha: hacia abajo 11">
            <a:extLst>
              <a:ext uri="{FF2B5EF4-FFF2-40B4-BE49-F238E27FC236}">
                <a16:creationId xmlns:a16="http://schemas.microsoft.com/office/drawing/2014/main" id="{76C40714-67E1-D18A-A551-C76456B0E206}"/>
              </a:ext>
            </a:extLst>
          </p:cNvPr>
          <p:cNvSpPr/>
          <p:nvPr/>
        </p:nvSpPr>
        <p:spPr>
          <a:xfrm>
            <a:off x="4714504" y="3728852"/>
            <a:ext cx="249382" cy="893515"/>
          </a:xfrm>
          <a:prstGeom prst="downArrow">
            <a:avLst/>
          </a:prstGeom>
          <a:solidFill>
            <a:srgbClr val="FF207B"/>
          </a:solidFill>
          <a:ln>
            <a:solidFill>
              <a:srgbClr val="FF20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Flecha: doblada hacia arriba 14">
            <a:extLst>
              <a:ext uri="{FF2B5EF4-FFF2-40B4-BE49-F238E27FC236}">
                <a16:creationId xmlns:a16="http://schemas.microsoft.com/office/drawing/2014/main" id="{B9721BFE-8300-E53F-3F0D-D51A51DDA7C4}"/>
              </a:ext>
            </a:extLst>
          </p:cNvPr>
          <p:cNvSpPr/>
          <p:nvPr/>
        </p:nvSpPr>
        <p:spPr>
          <a:xfrm>
            <a:off x="7481455" y="4791374"/>
            <a:ext cx="2387791" cy="611899"/>
          </a:xfrm>
          <a:prstGeom prst="bentUpArrow">
            <a:avLst>
              <a:gd name="adj1" fmla="val 19178"/>
              <a:gd name="adj2" fmla="val 25000"/>
              <a:gd name="adj3" fmla="val 25000"/>
            </a:avLst>
          </a:prstGeom>
          <a:solidFill>
            <a:srgbClr val="FF207B"/>
          </a:solidFill>
          <a:ln>
            <a:solidFill>
              <a:srgbClr val="FF20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2" name="Imagen 20">
            <a:extLst>
              <a:ext uri="{FF2B5EF4-FFF2-40B4-BE49-F238E27FC236}">
                <a16:creationId xmlns:a16="http://schemas.microsoft.com/office/drawing/2014/main" id="{2118269B-62C4-1F75-1C0A-F3611288EE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196565" y="2051976"/>
            <a:ext cx="1137674" cy="113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95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637B8F71-5A15-4465-0E23-939DA92E2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9216" y="5244235"/>
            <a:ext cx="1924047" cy="52474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938DA440-964E-76AC-A2C8-735C248CD6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151" y="-1837849"/>
            <a:ext cx="10533698" cy="1053369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7F588F1-2D2B-DC4F-8180-7E4D0A670EF8}"/>
              </a:ext>
            </a:extLst>
          </p:cNvPr>
          <p:cNvSpPr txBox="1"/>
          <p:nvPr/>
        </p:nvSpPr>
        <p:spPr>
          <a:xfrm>
            <a:off x="3205673" y="2657858"/>
            <a:ext cx="5771132" cy="1586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CO" sz="11500" b="1" dirty="0">
                <a:solidFill>
                  <a:schemeClr val="bg1"/>
                </a:solidFill>
                <a:latin typeface="Savior Sans Expanded" pitchFamily="2" charset="77"/>
                <a:cs typeface="Libertad Bold" pitchFamily="2" charset="77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28854418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e Office">
  <a:themeElements>
    <a:clrScheme name="CCC">
      <a:dk1>
        <a:srgbClr val="12176B"/>
      </a:dk1>
      <a:lt1>
        <a:srgbClr val="FAFAFA"/>
      </a:lt1>
      <a:dk2>
        <a:srgbClr val="284096"/>
      </a:dk2>
      <a:lt2>
        <a:srgbClr val="050505"/>
      </a:lt2>
      <a:accent1>
        <a:srgbClr val="70BDFF"/>
      </a:accent1>
      <a:accent2>
        <a:srgbClr val="5E26B5"/>
      </a:accent2>
      <a:accent3>
        <a:srgbClr val="66D6B8"/>
      </a:accent3>
      <a:accent4>
        <a:srgbClr val="99DD3A"/>
      </a:accent4>
      <a:accent5>
        <a:srgbClr val="F2661F"/>
      </a:accent5>
      <a:accent6>
        <a:srgbClr val="F00073"/>
      </a:accent6>
      <a:hlink>
        <a:srgbClr val="F00073"/>
      </a:hlink>
      <a:folHlink>
        <a:srgbClr val="70BD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e Office">
  <a:themeElements>
    <a:clrScheme name="CCC">
      <a:dk1>
        <a:srgbClr val="12176B"/>
      </a:dk1>
      <a:lt1>
        <a:srgbClr val="FAFAFA"/>
      </a:lt1>
      <a:dk2>
        <a:srgbClr val="284096"/>
      </a:dk2>
      <a:lt2>
        <a:srgbClr val="050505"/>
      </a:lt2>
      <a:accent1>
        <a:srgbClr val="70BDFF"/>
      </a:accent1>
      <a:accent2>
        <a:srgbClr val="5E26B5"/>
      </a:accent2>
      <a:accent3>
        <a:srgbClr val="66D6B8"/>
      </a:accent3>
      <a:accent4>
        <a:srgbClr val="99DD3A"/>
      </a:accent4>
      <a:accent5>
        <a:srgbClr val="F2661F"/>
      </a:accent5>
      <a:accent6>
        <a:srgbClr val="F00073"/>
      </a:accent6>
      <a:hlink>
        <a:srgbClr val="F00073"/>
      </a:hlink>
      <a:folHlink>
        <a:srgbClr val="70BD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C5556E8733284481A18CDF531F7583" ma:contentTypeVersion="15" ma:contentTypeDescription="Crear nuevo documento." ma:contentTypeScope="" ma:versionID="2219d93a277c87400a9481ec3577989c">
  <xsd:schema xmlns:xsd="http://www.w3.org/2001/XMLSchema" xmlns:xs="http://www.w3.org/2001/XMLSchema" xmlns:p="http://schemas.microsoft.com/office/2006/metadata/properties" xmlns:ns2="66b64e0d-e778-4128-b3a3-d6cc49c1e0fb" xmlns:ns3="c33813a1-07ad-417b-984e-7d6963fd0ab9" targetNamespace="http://schemas.microsoft.com/office/2006/metadata/properties" ma:root="true" ma:fieldsID="5068f4a49380774be00338143715fd35" ns2:_="" ns3:_="">
    <xsd:import namespace="66b64e0d-e778-4128-b3a3-d6cc49c1e0fb"/>
    <xsd:import namespace="c33813a1-07ad-417b-984e-7d6963fd0a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64e0d-e778-4128-b3a3-d6cc49c1e0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75211c4f-4a74-4f64-93e4-a8849e7d76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3813a1-07ad-417b-984e-7d6963fd0ab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472bb29-5756-414f-ad3a-a4c422ee135f}" ma:internalName="TaxCatchAll" ma:showField="CatchAllData" ma:web="c33813a1-07ad-417b-984e-7d6963fd0a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b64e0d-e778-4128-b3a3-d6cc49c1e0fb">
      <Terms xmlns="http://schemas.microsoft.com/office/infopath/2007/PartnerControls"/>
    </lcf76f155ced4ddcb4097134ff3c332f>
    <TaxCatchAll xmlns="c33813a1-07ad-417b-984e-7d6963fd0ab9" xsi:nil="true"/>
  </documentManagement>
</p:properties>
</file>

<file path=customXml/itemProps1.xml><?xml version="1.0" encoding="utf-8"?>
<ds:datastoreItem xmlns:ds="http://schemas.openxmlformats.org/officeDocument/2006/customXml" ds:itemID="{6A6D97C4-F087-47E2-AE70-F56355F624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64e0d-e778-4128-b3a3-d6cc49c1e0fb"/>
    <ds:schemaRef ds:uri="c33813a1-07ad-417b-984e-7d6963fd0a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510D8C4-ABBD-4467-818C-F8FBA01081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CAD0E2-C498-4E45-B51C-EF453A6194AB}">
  <ds:schemaRefs>
    <ds:schemaRef ds:uri="http://schemas.microsoft.com/office/2006/metadata/properties"/>
    <ds:schemaRef ds:uri="http://schemas.microsoft.com/office/infopath/2007/PartnerControls"/>
    <ds:schemaRef ds:uri="66b64e0d-e778-4128-b3a3-d6cc49c1e0fb"/>
    <ds:schemaRef ds:uri="c33813a1-07ad-417b-984e-7d6963fd0ab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22025</TotalTime>
  <Words>1069</Words>
  <Application>Microsoft Office PowerPoint</Application>
  <PresentationFormat>Panorámica</PresentationFormat>
  <Paragraphs>92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15</vt:i4>
      </vt:variant>
    </vt:vector>
  </HeadingPairs>
  <TitlesOfParts>
    <vt:vector size="24" baseType="lpstr">
      <vt:lpstr>Arial</vt:lpstr>
      <vt:lpstr>Calibri</vt:lpstr>
      <vt:lpstr>Savior Sans Expanded</vt:lpstr>
      <vt:lpstr>Savior Sans Expanded Light</vt:lpstr>
      <vt:lpstr>Wingdings</vt:lpstr>
      <vt:lpstr>1_Tema de Office</vt:lpstr>
      <vt:lpstr>Tema de Office</vt:lpstr>
      <vt:lpstr>2_Tema de Office</vt:lpstr>
      <vt:lpstr>3_Tema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Valeria Suarez Mendoza</dc:creator>
  <cp:lastModifiedBy>Juan José Eraso Toro</cp:lastModifiedBy>
  <cp:revision>1</cp:revision>
  <dcterms:created xsi:type="dcterms:W3CDTF">2023-08-14T15:40:33Z</dcterms:created>
  <dcterms:modified xsi:type="dcterms:W3CDTF">2025-01-02T16:56:35Z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0x0101001CC5556E8733284481A18CDF531F7583</vt:lpwstr>
  </property>
  <property fmtid="{D5CDD505-2E9C-101B-9397-08002B2CF9AE}" pid="3" name="MediaServiceImageTags">
    <vt:lpwstr/>
  </property>
</Properties>
</file>